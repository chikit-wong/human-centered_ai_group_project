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5759450" cy="3240088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287640" y="1220760"/>
            <a:ext cx="5183280" cy="28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zh-C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单击以编辑标题文本格式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287640" y="1555920"/>
            <a:ext cx="5183280" cy="100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点击以编辑提纲文本格式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第二提纲级别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第三提纲级别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第四提纲级别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第五提纲级别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第六提纲级别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第七提纲级别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287640" y="1220760"/>
            <a:ext cx="5183280" cy="28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zh-C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单击以编辑标题文本格式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287640" y="1555920"/>
            <a:ext cx="5183280" cy="100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点击以编辑提纲文本格式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第二提纲级别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第三提纲级别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第四提纲级别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第五提纲级别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第六提纲级别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第七提纲级别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10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287640" y="1220760"/>
            <a:ext cx="5183280" cy="28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zh-C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单击以编辑标题文本格式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287640" y="1555920"/>
            <a:ext cx="5183280" cy="100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点击以编辑提纲文本格式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第二提纲级别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第三提纲级别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第四提纲级别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第五提纲级别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第六提纲级别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第七提纲级别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"/>
          <p:cNvSpPr/>
          <p:nvPr/>
        </p:nvSpPr>
        <p:spPr>
          <a:xfrm>
            <a:off x="0" y="0"/>
            <a:ext cx="5760000" cy="3240000"/>
          </a:xfrm>
          <a:custGeom>
            <a:avLst/>
            <a:gdLst/>
            <a:ahLst/>
            <a:rect l="0" t="0" r="r" b="b"/>
            <a:pathLst>
              <a:path w="16000" h="9000">
                <a:moveTo>
                  <a:pt x="0" y="9000"/>
                </a:moveTo>
                <a:lnTo>
                  <a:pt x="16000" y="9000"/>
                </a:lnTo>
                <a:lnTo>
                  <a:pt x="16000" y="0"/>
                </a:lnTo>
                <a:lnTo>
                  <a:pt x="0" y="0"/>
                </a:lnTo>
                <a:lnTo>
                  <a:pt x="0" y="90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/>
          <p:nvPr/>
        </p:nvSpPr>
        <p:spPr>
          <a:xfrm>
            <a:off x="164880" y="272880"/>
            <a:ext cx="5430240" cy="82800"/>
          </a:xfrm>
          <a:custGeom>
            <a:avLst/>
            <a:gdLst/>
            <a:ahLst/>
            <a:rect l="0" t="0" r="r" b="b"/>
            <a:pathLst>
              <a:path w="15084" h="230">
                <a:moveTo>
                  <a:pt x="0" y="142"/>
                </a:moveTo>
                <a:cubicBezTo>
                  <a:pt x="0" y="64"/>
                  <a:pt x="64" y="0"/>
                  <a:pt x="142" y="0"/>
                </a:cubicBezTo>
                <a:lnTo>
                  <a:pt x="14943" y="0"/>
                </a:lnTo>
                <a:cubicBezTo>
                  <a:pt x="15020" y="0"/>
                  <a:pt x="15084" y="64"/>
                  <a:pt x="15084" y="142"/>
                </a:cubicBezTo>
                <a:lnTo>
                  <a:pt x="15084" y="230"/>
                </a:lnTo>
                <a:lnTo>
                  <a:pt x="0" y="230"/>
                </a:lnTo>
                <a:lnTo>
                  <a:pt x="0" y="142"/>
                </a:lnTo>
                <a:close/>
              </a:path>
            </a:pathLst>
          </a:custGeom>
          <a:solidFill>
            <a:srgbClr val="9407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/>
          <p:nvPr/>
        </p:nvSpPr>
        <p:spPr>
          <a:xfrm>
            <a:off x="164880" y="317160"/>
            <a:ext cx="5430240" cy="682560"/>
          </a:xfrm>
          <a:custGeom>
            <a:avLst/>
            <a:gdLst/>
            <a:ahLst/>
            <a:rect l="0" t="0" r="r" b="b"/>
            <a:pathLst>
              <a:path w="15084" h="1896">
                <a:moveTo>
                  <a:pt x="0" y="1755"/>
                </a:moveTo>
                <a:cubicBezTo>
                  <a:pt x="0" y="1833"/>
                  <a:pt x="64" y="1896"/>
                  <a:pt x="142" y="1896"/>
                </a:cubicBezTo>
                <a:lnTo>
                  <a:pt x="14943" y="1896"/>
                </a:lnTo>
                <a:cubicBezTo>
                  <a:pt x="15020" y="1896"/>
                  <a:pt x="15084" y="1833"/>
                  <a:pt x="15084" y="1755"/>
                </a:cubicBezTo>
                <a:lnTo>
                  <a:pt x="15084" y="0"/>
                </a:lnTo>
                <a:lnTo>
                  <a:pt x="0" y="0"/>
                </a:lnTo>
                <a:lnTo>
                  <a:pt x="0" y="1755"/>
                </a:lnTo>
                <a:close/>
              </a:path>
            </a:pathLst>
          </a:custGeom>
          <a:solidFill>
            <a:srgbClr val="9407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1546200" y="414000"/>
            <a:ext cx="268452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GB" sz="137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HAI Course Project Presentation</a:t>
            </a:r>
            <a:endParaRPr lang="en-GB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2296800" y="706680"/>
            <a:ext cx="1173240" cy="14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GB" sz="103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Your Project Name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2650320" y="1227600"/>
            <a:ext cx="4622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GB" sz="939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Authors</a:t>
            </a:r>
            <a:endParaRPr lang="en-GB" sz="9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2749680" y="1397520"/>
            <a:ext cx="26172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GB" sz="939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Date</a:t>
            </a:r>
            <a:endParaRPr lang="en-GB" sz="9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2667240" y="1829160"/>
            <a:ext cx="42192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GB" sz="75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AI Thrust</a:t>
            </a:r>
            <a:endParaRPr lang="en-GB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6" name=""/>
          <p:cNvPicPr/>
          <p:nvPr/>
        </p:nvPicPr>
        <p:blipFill>
          <a:blip r:embed="rId1"/>
          <a:stretch/>
        </p:blipFill>
        <p:spPr>
          <a:xfrm>
            <a:off x="2253240" y="2612160"/>
            <a:ext cx="125316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" name=""/>
          <p:cNvSpPr txBox="1"/>
          <p:nvPr/>
        </p:nvSpPr>
        <p:spPr>
          <a:xfrm>
            <a:off x="2605320" y="1963800"/>
            <a:ext cx="55548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GB" sz="75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HKUST (GZ)</a:t>
            </a:r>
            <a:endParaRPr lang="en-GB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"/>
          <p:cNvSpPr/>
          <p:nvPr/>
        </p:nvSpPr>
        <p:spPr>
          <a:xfrm>
            <a:off x="0" y="0"/>
            <a:ext cx="5760000" cy="322560"/>
          </a:xfrm>
          <a:custGeom>
            <a:avLst/>
            <a:gdLst/>
            <a:ahLst/>
            <a:rect l="0" t="0" r="r" b="b"/>
            <a:pathLst>
              <a:path w="16000" h="896">
                <a:moveTo>
                  <a:pt x="0" y="0"/>
                </a:moveTo>
                <a:lnTo>
                  <a:pt x="16000" y="0"/>
                </a:lnTo>
                <a:lnTo>
                  <a:pt x="16000" y="896"/>
                </a:lnTo>
                <a:lnTo>
                  <a:pt x="0" y="896"/>
                </a:lnTo>
                <a:lnTo>
                  <a:pt x="0" y="0"/>
                </a:lnTo>
                <a:close/>
              </a:path>
            </a:pathLst>
          </a:custGeom>
          <a:solidFill>
            <a:srgbClr val="9407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9" name=""/>
          <p:cNvPicPr/>
          <p:nvPr/>
        </p:nvPicPr>
        <p:blipFill>
          <a:blip r:embed="rId1"/>
          <a:stretch/>
        </p:blipFill>
        <p:spPr>
          <a:xfrm>
            <a:off x="4798080" y="46080"/>
            <a:ext cx="841320" cy="235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"/>
          <p:cNvSpPr/>
          <p:nvPr/>
        </p:nvSpPr>
        <p:spPr>
          <a:xfrm>
            <a:off x="227160" y="978480"/>
            <a:ext cx="153720" cy="153720"/>
          </a:xfrm>
          <a:custGeom>
            <a:avLst/>
            <a:gdLst/>
            <a:ahLst/>
            <a:rect l="0" t="0" r="r" b="b"/>
            <a:pathLst>
              <a:path w="427" h="427">
                <a:moveTo>
                  <a:pt x="427" y="214"/>
                </a:moveTo>
                <a:cubicBezTo>
                  <a:pt x="427" y="96"/>
                  <a:pt x="332" y="0"/>
                  <a:pt x="214" y="0"/>
                </a:cubicBezTo>
                <a:cubicBezTo>
                  <a:pt x="97" y="0"/>
                  <a:pt x="0" y="96"/>
                  <a:pt x="0" y="214"/>
                </a:cubicBezTo>
                <a:cubicBezTo>
                  <a:pt x="0" y="331"/>
                  <a:pt x="97" y="427"/>
                  <a:pt x="214" y="427"/>
                </a:cubicBezTo>
                <a:cubicBezTo>
                  <a:pt x="332" y="427"/>
                  <a:pt x="427" y="331"/>
                  <a:pt x="427" y="214"/>
                </a:cubicBezTo>
                <a:close/>
              </a:path>
            </a:pathLst>
          </a:custGeom>
          <a:solidFill>
            <a:srgbClr val="9407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108000" y="76680"/>
            <a:ext cx="121032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GB" sz="113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Table of Contents</a:t>
            </a:r>
            <a:endParaRPr lang="en-GB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270720" y="994320"/>
            <a:ext cx="11988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GB" sz="939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GB" sz="9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227160" y="1770840"/>
            <a:ext cx="153720" cy="153720"/>
          </a:xfrm>
          <a:custGeom>
            <a:avLst/>
            <a:gdLst/>
            <a:ahLst/>
            <a:rect l="0" t="0" r="r" b="b"/>
            <a:pathLst>
              <a:path w="427" h="427">
                <a:moveTo>
                  <a:pt x="427" y="213"/>
                </a:moveTo>
                <a:cubicBezTo>
                  <a:pt x="427" y="95"/>
                  <a:pt x="332" y="0"/>
                  <a:pt x="214" y="0"/>
                </a:cubicBezTo>
                <a:cubicBezTo>
                  <a:pt x="97" y="0"/>
                  <a:pt x="0" y="95"/>
                  <a:pt x="0" y="213"/>
                </a:cubicBezTo>
                <a:cubicBezTo>
                  <a:pt x="0" y="331"/>
                  <a:pt x="97" y="427"/>
                  <a:pt x="214" y="427"/>
                </a:cubicBezTo>
                <a:cubicBezTo>
                  <a:pt x="332" y="427"/>
                  <a:pt x="427" y="331"/>
                  <a:pt x="427" y="213"/>
                </a:cubicBezTo>
                <a:close/>
              </a:path>
            </a:pathLst>
          </a:custGeom>
          <a:solidFill>
            <a:srgbClr val="9407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496080" y="994320"/>
            <a:ext cx="89748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GB" sz="939" b="1" u="none" strike="noStrike">
                <a:solidFill>
                  <a:srgbClr val="94070a"/>
                </a:solidFill>
                <a:effectLst/>
                <a:uFillTx/>
                <a:latin typeface="Arial"/>
                <a:ea typeface="Arial"/>
              </a:rPr>
              <a:t>Section Name 1</a:t>
            </a:r>
            <a:endParaRPr lang="en-GB" sz="9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270720" y="1786680"/>
            <a:ext cx="11988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GB" sz="939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GB" sz="9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/>
          <p:nvPr/>
        </p:nvSpPr>
        <p:spPr>
          <a:xfrm>
            <a:off x="0" y="3147840"/>
            <a:ext cx="5760000" cy="92160"/>
          </a:xfrm>
          <a:custGeom>
            <a:avLst/>
            <a:gdLst/>
            <a:ahLst/>
            <a:rect l="0" t="0" r="r" b="b"/>
            <a:pathLst>
              <a:path w="16000" h="256">
                <a:moveTo>
                  <a:pt x="0" y="0"/>
                </a:moveTo>
                <a:lnTo>
                  <a:pt x="16000" y="0"/>
                </a:lnTo>
                <a:lnTo>
                  <a:pt x="16000" y="256"/>
                </a:lnTo>
                <a:lnTo>
                  <a:pt x="0" y="256"/>
                </a:lnTo>
                <a:lnTo>
                  <a:pt x="0" y="0"/>
                </a:lnTo>
                <a:close/>
              </a:path>
            </a:pathLst>
          </a:custGeom>
          <a:solidFill>
            <a:srgbClr val="dfb5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496080" y="1786680"/>
            <a:ext cx="89748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GB" sz="939" b="1" u="none" strike="noStrike">
                <a:solidFill>
                  <a:srgbClr val="94070a"/>
                </a:solidFill>
                <a:effectLst/>
                <a:uFillTx/>
                <a:latin typeface="Arial"/>
                <a:ea typeface="Arial"/>
              </a:rPr>
              <a:t>Section Name 2</a:t>
            </a:r>
            <a:endParaRPr lang="en-GB" sz="9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5492880" y="3151800"/>
            <a:ext cx="100440" cy="8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GB" sz="57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1/8</a:t>
            </a:r>
            <a:endParaRPr lang="en-GB" sz="5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"/>
          <p:cNvSpPr/>
          <p:nvPr/>
        </p:nvSpPr>
        <p:spPr>
          <a:xfrm>
            <a:off x="0" y="0"/>
            <a:ext cx="5760000" cy="322560"/>
          </a:xfrm>
          <a:custGeom>
            <a:avLst/>
            <a:gdLst/>
            <a:ahLst/>
            <a:rect l="0" t="0" r="r" b="b"/>
            <a:pathLst>
              <a:path w="16000" h="896">
                <a:moveTo>
                  <a:pt x="0" y="0"/>
                </a:moveTo>
                <a:lnTo>
                  <a:pt x="16000" y="0"/>
                </a:lnTo>
                <a:lnTo>
                  <a:pt x="16000" y="896"/>
                </a:lnTo>
                <a:lnTo>
                  <a:pt x="0" y="896"/>
                </a:lnTo>
                <a:lnTo>
                  <a:pt x="0" y="0"/>
                </a:lnTo>
                <a:close/>
              </a:path>
            </a:pathLst>
          </a:custGeom>
          <a:solidFill>
            <a:srgbClr val="9407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30" name=""/>
          <p:cNvPicPr/>
          <p:nvPr/>
        </p:nvPicPr>
        <p:blipFill>
          <a:blip r:embed="rId1"/>
          <a:stretch/>
        </p:blipFill>
        <p:spPr>
          <a:xfrm>
            <a:off x="4798080" y="46080"/>
            <a:ext cx="841320" cy="235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"/>
          <p:cNvSpPr txBox="1"/>
          <p:nvPr/>
        </p:nvSpPr>
        <p:spPr>
          <a:xfrm>
            <a:off x="108000" y="76680"/>
            <a:ext cx="106776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GB" sz="113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Section Name 1</a:t>
            </a:r>
            <a:endParaRPr lang="en-GB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212040" y="464040"/>
            <a:ext cx="248400" cy="14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GB" sz="103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Title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337320" y="761400"/>
            <a:ext cx="113400" cy="113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GB" sz="900" b="0" u="none" strike="noStrike">
                <a:solidFill>
                  <a:srgbClr val="94070a"/>
                </a:solidFill>
                <a:effectLst/>
                <a:uFillTx/>
                <a:latin typeface="Dingbats"/>
                <a:ea typeface="Dingbats"/>
              </a:rPr>
              <a:t>❒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493200" y="742320"/>
            <a:ext cx="205200" cy="120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GB" sz="8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item</a:t>
            </a:r>
            <a:endParaRPr lang="en-GB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337320" y="879120"/>
            <a:ext cx="113400" cy="113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GB" sz="900" b="0" u="none" strike="noStrike">
                <a:solidFill>
                  <a:srgbClr val="94070a"/>
                </a:solidFill>
                <a:effectLst/>
                <a:uFillTx/>
                <a:latin typeface="Dingbats"/>
                <a:ea typeface="Dingbats"/>
              </a:rPr>
              <a:t>❒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0" y="3147840"/>
            <a:ext cx="5760000" cy="92160"/>
          </a:xfrm>
          <a:custGeom>
            <a:avLst/>
            <a:gdLst/>
            <a:ahLst/>
            <a:rect l="0" t="0" r="r" b="b"/>
            <a:pathLst>
              <a:path w="16000" h="256">
                <a:moveTo>
                  <a:pt x="0" y="0"/>
                </a:moveTo>
                <a:lnTo>
                  <a:pt x="16000" y="0"/>
                </a:lnTo>
                <a:lnTo>
                  <a:pt x="16000" y="256"/>
                </a:lnTo>
                <a:lnTo>
                  <a:pt x="0" y="256"/>
                </a:lnTo>
                <a:lnTo>
                  <a:pt x="0" y="0"/>
                </a:lnTo>
                <a:close/>
              </a:path>
            </a:pathLst>
          </a:custGeom>
          <a:solidFill>
            <a:srgbClr val="dfb5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493200" y="860040"/>
            <a:ext cx="205200" cy="120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GB" sz="8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item</a:t>
            </a:r>
            <a:endParaRPr lang="en-GB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5493960" y="3151800"/>
            <a:ext cx="100440" cy="8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GB" sz="57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2/8</a:t>
            </a:r>
            <a:endParaRPr lang="en-GB" sz="5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"/>
          <p:cNvSpPr/>
          <p:nvPr/>
        </p:nvSpPr>
        <p:spPr>
          <a:xfrm>
            <a:off x="0" y="0"/>
            <a:ext cx="5760000" cy="322560"/>
          </a:xfrm>
          <a:custGeom>
            <a:avLst/>
            <a:gdLst/>
            <a:ahLst/>
            <a:rect l="0" t="0" r="r" b="b"/>
            <a:pathLst>
              <a:path w="16000" h="896">
                <a:moveTo>
                  <a:pt x="0" y="0"/>
                </a:moveTo>
                <a:lnTo>
                  <a:pt x="16000" y="0"/>
                </a:lnTo>
                <a:lnTo>
                  <a:pt x="16000" y="896"/>
                </a:lnTo>
                <a:lnTo>
                  <a:pt x="0" y="896"/>
                </a:lnTo>
                <a:lnTo>
                  <a:pt x="0" y="0"/>
                </a:lnTo>
                <a:close/>
              </a:path>
            </a:pathLst>
          </a:custGeom>
          <a:solidFill>
            <a:srgbClr val="9407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40" name=""/>
          <p:cNvPicPr/>
          <p:nvPr/>
        </p:nvPicPr>
        <p:blipFill>
          <a:blip r:embed="rId1"/>
          <a:stretch/>
        </p:blipFill>
        <p:spPr>
          <a:xfrm>
            <a:off x="4798080" y="46080"/>
            <a:ext cx="841320" cy="235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"/>
          <p:cNvSpPr txBox="1"/>
          <p:nvPr/>
        </p:nvSpPr>
        <p:spPr>
          <a:xfrm>
            <a:off x="108000" y="76680"/>
            <a:ext cx="106776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GB" sz="113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Section Name 2</a:t>
            </a:r>
            <a:endParaRPr lang="en-GB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212040" y="500760"/>
            <a:ext cx="248400" cy="14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GB" sz="103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Title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265320" y="750600"/>
            <a:ext cx="113400" cy="113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GB" sz="900" b="0" u="none" strike="noStrike">
                <a:solidFill>
                  <a:srgbClr val="94070a"/>
                </a:solidFill>
                <a:effectLst/>
                <a:uFillTx/>
                <a:latin typeface="Dingbats"/>
                <a:ea typeface="Dingbats"/>
              </a:rPr>
              <a:t>❒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421200" y="731520"/>
            <a:ext cx="205200" cy="120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GB" sz="8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item</a:t>
            </a:r>
            <a:endParaRPr lang="en-GB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265320" y="893520"/>
            <a:ext cx="113400" cy="113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GB" sz="900" b="0" u="none" strike="noStrike">
                <a:solidFill>
                  <a:srgbClr val="94070a"/>
                </a:solidFill>
                <a:effectLst/>
                <a:uFillTx/>
                <a:latin typeface="Dingbats"/>
                <a:ea typeface="Dingbats"/>
              </a:rPr>
              <a:t>❒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421200" y="874800"/>
            <a:ext cx="205200" cy="120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GB" sz="8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item</a:t>
            </a:r>
            <a:endParaRPr lang="en-GB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265320" y="1036800"/>
            <a:ext cx="113400" cy="113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GB" sz="900" b="0" u="none" strike="noStrike">
                <a:solidFill>
                  <a:srgbClr val="94070a"/>
                </a:solidFill>
                <a:effectLst/>
                <a:uFillTx/>
                <a:latin typeface="Dingbats"/>
                <a:ea typeface="Dingbats"/>
              </a:rPr>
              <a:t>❒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421200" y="1017720"/>
            <a:ext cx="205200" cy="120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GB" sz="8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item</a:t>
            </a:r>
            <a:endParaRPr lang="en-GB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2860200" y="750600"/>
            <a:ext cx="113400" cy="113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GB" sz="900" b="0" u="none" strike="noStrike">
                <a:solidFill>
                  <a:srgbClr val="94070a"/>
                </a:solidFill>
                <a:effectLst/>
                <a:uFillTx/>
                <a:latin typeface="Dingbats"/>
                <a:ea typeface="Dingbats"/>
              </a:rPr>
              <a:t>❒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3016080" y="731520"/>
            <a:ext cx="205200" cy="120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GB" sz="8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item</a:t>
            </a:r>
            <a:endParaRPr lang="en-GB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2860200" y="893520"/>
            <a:ext cx="113400" cy="113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GB" sz="900" b="0" u="none" strike="noStrike">
                <a:solidFill>
                  <a:srgbClr val="94070a"/>
                </a:solidFill>
                <a:effectLst/>
                <a:uFillTx/>
                <a:latin typeface="Dingbats"/>
                <a:ea typeface="Dingbats"/>
              </a:rPr>
              <a:t>❒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>
            <a:off x="0" y="3147840"/>
            <a:ext cx="5760000" cy="92160"/>
          </a:xfrm>
          <a:custGeom>
            <a:avLst/>
            <a:gdLst/>
            <a:ahLst/>
            <a:rect l="0" t="0" r="r" b="b"/>
            <a:pathLst>
              <a:path w="16000" h="256">
                <a:moveTo>
                  <a:pt x="0" y="0"/>
                </a:moveTo>
                <a:lnTo>
                  <a:pt x="16000" y="0"/>
                </a:lnTo>
                <a:lnTo>
                  <a:pt x="16000" y="256"/>
                </a:lnTo>
                <a:lnTo>
                  <a:pt x="0" y="256"/>
                </a:lnTo>
                <a:lnTo>
                  <a:pt x="0" y="0"/>
                </a:lnTo>
                <a:close/>
              </a:path>
            </a:pathLst>
          </a:custGeom>
          <a:solidFill>
            <a:srgbClr val="dfb5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3016080" y="874800"/>
            <a:ext cx="205200" cy="120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GB" sz="8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item</a:t>
            </a:r>
            <a:endParaRPr lang="en-GB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5493960" y="3151800"/>
            <a:ext cx="100440" cy="8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GB" sz="57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3/8</a:t>
            </a:r>
            <a:endParaRPr lang="en-GB" sz="5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"/>
          <p:cNvSpPr/>
          <p:nvPr/>
        </p:nvSpPr>
        <p:spPr>
          <a:xfrm>
            <a:off x="0" y="0"/>
            <a:ext cx="5760000" cy="322560"/>
          </a:xfrm>
          <a:custGeom>
            <a:avLst/>
            <a:gdLst/>
            <a:ahLst/>
            <a:rect l="0" t="0" r="r" b="b"/>
            <a:pathLst>
              <a:path w="16000" h="896">
                <a:moveTo>
                  <a:pt x="0" y="0"/>
                </a:moveTo>
                <a:lnTo>
                  <a:pt x="16000" y="0"/>
                </a:lnTo>
                <a:lnTo>
                  <a:pt x="16000" y="896"/>
                </a:lnTo>
                <a:lnTo>
                  <a:pt x="0" y="896"/>
                </a:lnTo>
                <a:lnTo>
                  <a:pt x="0" y="0"/>
                </a:lnTo>
                <a:close/>
              </a:path>
            </a:pathLst>
          </a:custGeom>
          <a:solidFill>
            <a:srgbClr val="9407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56" name=""/>
          <p:cNvPicPr/>
          <p:nvPr/>
        </p:nvPicPr>
        <p:blipFill>
          <a:blip r:embed="rId1"/>
          <a:stretch/>
        </p:blipFill>
        <p:spPr>
          <a:xfrm>
            <a:off x="4798080" y="46080"/>
            <a:ext cx="841320" cy="235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" name=""/>
          <p:cNvSpPr txBox="1"/>
          <p:nvPr/>
        </p:nvSpPr>
        <p:spPr>
          <a:xfrm>
            <a:off x="108000" y="76680"/>
            <a:ext cx="106776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GB" sz="113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Section Name 2</a:t>
            </a:r>
            <a:endParaRPr lang="en-GB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>
            <a:off x="1230480" y="711360"/>
            <a:ext cx="3299040" cy="185400"/>
          </a:xfrm>
          <a:custGeom>
            <a:avLst/>
            <a:gdLst/>
            <a:ahLst/>
            <a:rect l="0" t="0" r="r" b="b"/>
            <a:pathLst>
              <a:path w="9164" h="515">
                <a:moveTo>
                  <a:pt x="0" y="141"/>
                </a:moveTo>
                <a:cubicBezTo>
                  <a:pt x="0" y="63"/>
                  <a:pt x="64" y="0"/>
                  <a:pt x="141" y="0"/>
                </a:cubicBezTo>
                <a:lnTo>
                  <a:pt x="9023" y="0"/>
                </a:lnTo>
                <a:cubicBezTo>
                  <a:pt x="9100" y="0"/>
                  <a:pt x="9164" y="63"/>
                  <a:pt x="9164" y="141"/>
                </a:cubicBezTo>
                <a:lnTo>
                  <a:pt x="9164" y="515"/>
                </a:lnTo>
                <a:lnTo>
                  <a:pt x="0" y="515"/>
                </a:lnTo>
                <a:lnTo>
                  <a:pt x="0" y="141"/>
                </a:lnTo>
                <a:close/>
              </a:path>
            </a:pathLst>
          </a:custGeom>
          <a:solidFill>
            <a:srgbClr val="6f05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2753640" y="348840"/>
            <a:ext cx="248400" cy="14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GB" sz="1030" b="0" u="none" strike="noStrike">
                <a:solidFill>
                  <a:srgbClr val="c00000"/>
                </a:solidFill>
                <a:effectLst/>
                <a:uFillTx/>
                <a:latin typeface="Arial"/>
                <a:ea typeface="Arial"/>
              </a:rPr>
              <a:t>Title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/>
          <p:nvPr/>
        </p:nvSpPr>
        <p:spPr>
          <a:xfrm>
            <a:off x="1230480" y="909000"/>
            <a:ext cx="3299040" cy="25560"/>
          </a:xfrm>
          <a:custGeom>
            <a:avLst/>
            <a:gdLst/>
            <a:ahLst/>
            <a:rect l="0" t="0" r="r" b="b"/>
            <a:pathLst>
              <a:path w="9164" h="71">
                <a:moveTo>
                  <a:pt x="0" y="0"/>
                </a:moveTo>
                <a:lnTo>
                  <a:pt x="9164" y="0"/>
                </a:lnTo>
                <a:lnTo>
                  <a:pt x="9164" y="71"/>
                </a:lnTo>
                <a:lnTo>
                  <a:pt x="0" y="7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/>
          <p:nvPr/>
        </p:nvSpPr>
        <p:spPr>
          <a:xfrm>
            <a:off x="1230480" y="908640"/>
            <a:ext cx="3298680" cy="360"/>
          </a:xfrm>
          <a:custGeom>
            <a:avLst/>
            <a:gdLst/>
            <a:ahLst/>
            <a:rect l="0" t="0" r="r" b="b"/>
            <a:pathLst>
              <a:path w="9163" h="1">
                <a:moveTo>
                  <a:pt x="0" y="0"/>
                </a:moveTo>
                <a:lnTo>
                  <a:pt x="9163" y="0"/>
                </a:lnTo>
                <a:lnTo>
                  <a:pt x="916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efd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/>
          <p:nvPr/>
        </p:nvSpPr>
        <p:spPr>
          <a:xfrm>
            <a:off x="1230480" y="908640"/>
            <a:ext cx="3298680" cy="0"/>
          </a:xfrm>
          <a:custGeom>
            <a:avLst/>
            <a:gdLst/>
            <a:ahLst/>
            <a:rect l="0" t="0" r="r" b="b"/>
            <a:pathLst>
              <a:path w="9163" h="0">
                <a:moveTo>
                  <a:pt x="0" y="0"/>
                </a:moveTo>
                <a:lnTo>
                  <a:pt x="9163" y="0"/>
                </a:lnTo>
                <a:lnTo>
                  <a:pt x="0" y="0"/>
                </a:lnTo>
                <a:close/>
              </a:path>
            </a:pathLst>
          </a:custGeom>
          <a:solidFill>
            <a:srgbClr val="fdfb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/>
          <p:nvPr/>
        </p:nvSpPr>
        <p:spPr>
          <a:xfrm>
            <a:off x="1230480" y="908280"/>
            <a:ext cx="3298680" cy="360"/>
          </a:xfrm>
          <a:custGeom>
            <a:avLst/>
            <a:gdLst/>
            <a:ahLst/>
            <a:rect l="0" t="0" r="r" b="b"/>
            <a:pathLst>
              <a:path w="9163" h="1">
                <a:moveTo>
                  <a:pt x="0" y="0"/>
                </a:moveTo>
                <a:lnTo>
                  <a:pt x="9163" y="0"/>
                </a:lnTo>
                <a:lnTo>
                  <a:pt x="916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cf9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/>
          <p:nvPr/>
        </p:nvSpPr>
        <p:spPr>
          <a:xfrm>
            <a:off x="1230480" y="908280"/>
            <a:ext cx="3298680" cy="0"/>
          </a:xfrm>
          <a:custGeom>
            <a:avLst/>
            <a:gdLst/>
            <a:ahLst/>
            <a:rect l="0" t="0" r="r" b="b"/>
            <a:pathLst>
              <a:path w="9163" h="0">
                <a:moveTo>
                  <a:pt x="0" y="0"/>
                </a:moveTo>
                <a:lnTo>
                  <a:pt x="9163" y="0"/>
                </a:lnTo>
                <a:lnTo>
                  <a:pt x="0" y="0"/>
                </a:lnTo>
                <a:close/>
              </a:path>
            </a:pathLst>
          </a:custGeom>
          <a:solidFill>
            <a:srgbClr val="fbf7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/>
          <p:nvPr/>
        </p:nvSpPr>
        <p:spPr>
          <a:xfrm>
            <a:off x="1230480" y="907920"/>
            <a:ext cx="3298680" cy="360"/>
          </a:xfrm>
          <a:custGeom>
            <a:avLst/>
            <a:gdLst/>
            <a:ahLst/>
            <a:rect l="0" t="0" r="r" b="b"/>
            <a:pathLst>
              <a:path w="9163" h="1">
                <a:moveTo>
                  <a:pt x="0" y="0"/>
                </a:moveTo>
                <a:lnTo>
                  <a:pt x="9163" y="0"/>
                </a:lnTo>
                <a:lnTo>
                  <a:pt x="916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9f5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/>
          <p:nvPr/>
        </p:nvSpPr>
        <p:spPr>
          <a:xfrm>
            <a:off x="1230480" y="907920"/>
            <a:ext cx="3298680" cy="0"/>
          </a:xfrm>
          <a:custGeom>
            <a:avLst/>
            <a:gdLst/>
            <a:ahLst/>
            <a:rect l="0" t="0" r="r" b="b"/>
            <a:pathLst>
              <a:path w="9163" h="0">
                <a:moveTo>
                  <a:pt x="0" y="0"/>
                </a:moveTo>
                <a:lnTo>
                  <a:pt x="9163" y="0"/>
                </a:lnTo>
                <a:lnTo>
                  <a:pt x="0" y="0"/>
                </a:lnTo>
                <a:close/>
              </a:path>
            </a:pathLst>
          </a:custGeom>
          <a:solidFill>
            <a:srgbClr val="f8f3f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>
            <a:off x="1230480" y="907560"/>
            <a:ext cx="3298680" cy="360"/>
          </a:xfrm>
          <a:custGeom>
            <a:avLst/>
            <a:gdLst/>
            <a:ahLst/>
            <a:rect l="0" t="0" r="r" b="b"/>
            <a:pathLst>
              <a:path w="9163" h="1">
                <a:moveTo>
                  <a:pt x="0" y="0"/>
                </a:moveTo>
                <a:lnTo>
                  <a:pt x="9163" y="0"/>
                </a:lnTo>
                <a:lnTo>
                  <a:pt x="916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7f1f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/>
          <p:nvPr/>
        </p:nvSpPr>
        <p:spPr>
          <a:xfrm>
            <a:off x="1230480" y="907200"/>
            <a:ext cx="3298680" cy="360"/>
          </a:xfrm>
          <a:custGeom>
            <a:avLst/>
            <a:gdLst/>
            <a:ahLst/>
            <a:rect l="0" t="0" r="r" b="b"/>
            <a:pathLst>
              <a:path w="9163" h="1">
                <a:moveTo>
                  <a:pt x="0" y="0"/>
                </a:moveTo>
                <a:lnTo>
                  <a:pt x="9163" y="0"/>
                </a:lnTo>
                <a:lnTo>
                  <a:pt x="916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6ef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/>
          <p:nvPr/>
        </p:nvSpPr>
        <p:spPr>
          <a:xfrm>
            <a:off x="1230480" y="907200"/>
            <a:ext cx="3298680" cy="0"/>
          </a:xfrm>
          <a:custGeom>
            <a:avLst/>
            <a:gdLst/>
            <a:ahLst/>
            <a:rect l="0" t="0" r="r" b="b"/>
            <a:pathLst>
              <a:path w="9163" h="0">
                <a:moveTo>
                  <a:pt x="0" y="0"/>
                </a:moveTo>
                <a:lnTo>
                  <a:pt x="9163" y="0"/>
                </a:lnTo>
                <a:lnTo>
                  <a:pt x="0" y="0"/>
                </a:lnTo>
                <a:close/>
              </a:path>
            </a:pathLst>
          </a:custGeom>
          <a:solidFill>
            <a:srgbClr val="f5ed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/>
          <p:nvPr/>
        </p:nvSpPr>
        <p:spPr>
          <a:xfrm>
            <a:off x="1230480" y="906840"/>
            <a:ext cx="3298680" cy="360"/>
          </a:xfrm>
          <a:custGeom>
            <a:avLst/>
            <a:gdLst/>
            <a:ahLst/>
            <a:rect l="0" t="0" r="r" b="b"/>
            <a:pathLst>
              <a:path w="9163" h="1">
                <a:moveTo>
                  <a:pt x="0" y="0"/>
                </a:moveTo>
                <a:lnTo>
                  <a:pt x="9163" y="0"/>
                </a:lnTo>
                <a:lnTo>
                  <a:pt x="916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4eb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/>
          <p:nvPr/>
        </p:nvSpPr>
        <p:spPr>
          <a:xfrm>
            <a:off x="1230480" y="906840"/>
            <a:ext cx="3298680" cy="0"/>
          </a:xfrm>
          <a:custGeom>
            <a:avLst/>
            <a:gdLst/>
            <a:ahLst/>
            <a:rect l="0" t="0" r="r" b="b"/>
            <a:pathLst>
              <a:path w="9163" h="0">
                <a:moveTo>
                  <a:pt x="0" y="0"/>
                </a:moveTo>
                <a:lnTo>
                  <a:pt x="9163" y="0"/>
                </a:lnTo>
                <a:lnTo>
                  <a:pt x="0" y="0"/>
                </a:lnTo>
                <a:close/>
              </a:path>
            </a:pathLst>
          </a:custGeom>
          <a:solidFill>
            <a:srgbClr val="f3eae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/>
          <p:nvPr/>
        </p:nvSpPr>
        <p:spPr>
          <a:xfrm>
            <a:off x="1230480" y="906480"/>
            <a:ext cx="3298680" cy="360"/>
          </a:xfrm>
          <a:custGeom>
            <a:avLst/>
            <a:gdLst/>
            <a:ahLst/>
            <a:rect l="0" t="0" r="r" b="b"/>
            <a:pathLst>
              <a:path w="9163" h="1">
                <a:moveTo>
                  <a:pt x="0" y="0"/>
                </a:moveTo>
                <a:lnTo>
                  <a:pt x="9163" y="0"/>
                </a:lnTo>
                <a:lnTo>
                  <a:pt x="916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2e8e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/>
          <p:nvPr/>
        </p:nvSpPr>
        <p:spPr>
          <a:xfrm>
            <a:off x="1230480" y="906480"/>
            <a:ext cx="3298680" cy="0"/>
          </a:xfrm>
          <a:custGeom>
            <a:avLst/>
            <a:gdLst/>
            <a:ahLst/>
            <a:rect l="0" t="0" r="r" b="b"/>
            <a:pathLst>
              <a:path w="9163" h="0">
                <a:moveTo>
                  <a:pt x="0" y="0"/>
                </a:moveTo>
                <a:lnTo>
                  <a:pt x="9163" y="0"/>
                </a:lnTo>
                <a:lnTo>
                  <a:pt x="0" y="0"/>
                </a:lnTo>
                <a:close/>
              </a:path>
            </a:pathLst>
          </a:custGeom>
          <a:solidFill>
            <a:srgbClr val="f0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/>
          <p:nvPr/>
        </p:nvSpPr>
        <p:spPr>
          <a:xfrm>
            <a:off x="1230480" y="906120"/>
            <a:ext cx="3298680" cy="360"/>
          </a:xfrm>
          <a:custGeom>
            <a:avLst/>
            <a:gdLst/>
            <a:ahLst/>
            <a:rect l="0" t="0" r="r" b="b"/>
            <a:pathLst>
              <a:path w="9163" h="1">
                <a:moveTo>
                  <a:pt x="0" y="0"/>
                </a:moveTo>
                <a:lnTo>
                  <a:pt x="9163" y="0"/>
                </a:lnTo>
                <a:lnTo>
                  <a:pt x="916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fe4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/>
          <p:nvPr/>
        </p:nvSpPr>
        <p:spPr>
          <a:xfrm>
            <a:off x="1230480" y="906120"/>
            <a:ext cx="3298680" cy="0"/>
          </a:xfrm>
          <a:custGeom>
            <a:avLst/>
            <a:gdLst/>
            <a:ahLst/>
            <a:rect l="0" t="0" r="r" b="b"/>
            <a:pathLst>
              <a:path w="9163" h="0">
                <a:moveTo>
                  <a:pt x="0" y="0"/>
                </a:moveTo>
                <a:lnTo>
                  <a:pt x="9163" y="0"/>
                </a:lnTo>
                <a:lnTo>
                  <a:pt x="0" y="0"/>
                </a:lnTo>
                <a:close/>
              </a:path>
            </a:pathLst>
          </a:custGeom>
          <a:solidFill>
            <a:srgbClr val="eee2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/>
          <p:nvPr/>
        </p:nvSpPr>
        <p:spPr>
          <a:xfrm>
            <a:off x="1230480" y="905760"/>
            <a:ext cx="3298680" cy="360"/>
          </a:xfrm>
          <a:custGeom>
            <a:avLst/>
            <a:gdLst/>
            <a:ahLst/>
            <a:rect l="0" t="0" r="r" b="b"/>
            <a:pathLst>
              <a:path w="9163" h="1">
                <a:moveTo>
                  <a:pt x="0" y="0"/>
                </a:moveTo>
                <a:lnTo>
                  <a:pt x="9163" y="0"/>
                </a:lnTo>
                <a:lnTo>
                  <a:pt x="916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de0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/>
          <p:nvPr/>
        </p:nvSpPr>
        <p:spPr>
          <a:xfrm>
            <a:off x="1230480" y="905760"/>
            <a:ext cx="3298680" cy="0"/>
          </a:xfrm>
          <a:custGeom>
            <a:avLst/>
            <a:gdLst/>
            <a:ahLst/>
            <a:rect l="0" t="0" r="r" b="b"/>
            <a:pathLst>
              <a:path w="9163" h="0">
                <a:moveTo>
                  <a:pt x="0" y="0"/>
                </a:moveTo>
                <a:lnTo>
                  <a:pt x="9163" y="0"/>
                </a:lnTo>
                <a:lnTo>
                  <a:pt x="0" y="0"/>
                </a:lnTo>
                <a:close/>
              </a:path>
            </a:pathLst>
          </a:custGeom>
          <a:solidFill>
            <a:srgbClr val="ecde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/>
          <p:nvPr/>
        </p:nvSpPr>
        <p:spPr>
          <a:xfrm>
            <a:off x="1230480" y="905400"/>
            <a:ext cx="3298680" cy="360"/>
          </a:xfrm>
          <a:custGeom>
            <a:avLst/>
            <a:gdLst/>
            <a:ahLst/>
            <a:rect l="0" t="0" r="r" b="b"/>
            <a:pathLst>
              <a:path w="9163" h="1">
                <a:moveTo>
                  <a:pt x="0" y="0"/>
                </a:moveTo>
                <a:lnTo>
                  <a:pt x="9163" y="0"/>
                </a:lnTo>
                <a:lnTo>
                  <a:pt x="916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bdc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/>
          <p:nvPr/>
        </p:nvSpPr>
        <p:spPr>
          <a:xfrm>
            <a:off x="1230480" y="905040"/>
            <a:ext cx="3298680" cy="360"/>
          </a:xfrm>
          <a:custGeom>
            <a:avLst/>
            <a:gdLst/>
            <a:ahLst/>
            <a:rect l="0" t="0" r="r" b="b"/>
            <a:pathLst>
              <a:path w="9163" h="1">
                <a:moveTo>
                  <a:pt x="0" y="0"/>
                </a:moveTo>
                <a:lnTo>
                  <a:pt x="9163" y="0"/>
                </a:lnTo>
                <a:lnTo>
                  <a:pt x="916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ada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/>
          <p:nvPr/>
        </p:nvSpPr>
        <p:spPr>
          <a:xfrm>
            <a:off x="1230480" y="905040"/>
            <a:ext cx="3298680" cy="0"/>
          </a:xfrm>
          <a:custGeom>
            <a:avLst/>
            <a:gdLst/>
            <a:ahLst/>
            <a:rect l="0" t="0" r="r" b="b"/>
            <a:pathLst>
              <a:path w="9163" h="0">
                <a:moveTo>
                  <a:pt x="0" y="0"/>
                </a:moveTo>
                <a:lnTo>
                  <a:pt x="9163" y="0"/>
                </a:lnTo>
                <a:lnTo>
                  <a:pt x="0" y="0"/>
                </a:lnTo>
                <a:close/>
              </a:path>
            </a:pathLst>
          </a:custGeom>
          <a:solidFill>
            <a:srgbClr val="e9d8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/>
          <p:nvPr/>
        </p:nvSpPr>
        <p:spPr>
          <a:xfrm>
            <a:off x="1230480" y="904680"/>
            <a:ext cx="3298680" cy="360"/>
          </a:xfrm>
          <a:custGeom>
            <a:avLst/>
            <a:gdLst/>
            <a:ahLst/>
            <a:rect l="0" t="0" r="r" b="b"/>
            <a:pathLst>
              <a:path w="9163" h="1">
                <a:moveTo>
                  <a:pt x="0" y="0"/>
                </a:moveTo>
                <a:lnTo>
                  <a:pt x="9163" y="0"/>
                </a:lnTo>
                <a:lnTo>
                  <a:pt x="916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7d6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/>
          <p:nvPr/>
        </p:nvSpPr>
        <p:spPr>
          <a:xfrm>
            <a:off x="1230480" y="904680"/>
            <a:ext cx="3298680" cy="0"/>
          </a:xfrm>
          <a:custGeom>
            <a:avLst/>
            <a:gdLst/>
            <a:ahLst/>
            <a:rect l="0" t="0" r="r" b="b"/>
            <a:pathLst>
              <a:path w="9163" h="0">
                <a:moveTo>
                  <a:pt x="0" y="0"/>
                </a:moveTo>
                <a:lnTo>
                  <a:pt x="9163" y="0"/>
                </a:lnTo>
                <a:lnTo>
                  <a:pt x="0" y="0"/>
                </a:lnTo>
                <a:close/>
              </a:path>
            </a:pathLst>
          </a:custGeom>
          <a:solidFill>
            <a:srgbClr val="e6d4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/>
          <p:nvPr/>
        </p:nvSpPr>
        <p:spPr>
          <a:xfrm>
            <a:off x="1230480" y="904320"/>
            <a:ext cx="3298680" cy="360"/>
          </a:xfrm>
          <a:custGeom>
            <a:avLst/>
            <a:gdLst/>
            <a:ahLst/>
            <a:rect l="0" t="0" r="r" b="b"/>
            <a:pathLst>
              <a:path w="9163" h="1">
                <a:moveTo>
                  <a:pt x="0" y="0"/>
                </a:moveTo>
                <a:lnTo>
                  <a:pt x="9163" y="0"/>
                </a:lnTo>
                <a:lnTo>
                  <a:pt x="916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5d2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/>
          <p:nvPr/>
        </p:nvSpPr>
        <p:spPr>
          <a:xfrm>
            <a:off x="1230480" y="904320"/>
            <a:ext cx="3298680" cy="0"/>
          </a:xfrm>
          <a:custGeom>
            <a:avLst/>
            <a:gdLst/>
            <a:ahLst/>
            <a:rect l="0" t="0" r="r" b="b"/>
            <a:pathLst>
              <a:path w="9163" h="0">
                <a:moveTo>
                  <a:pt x="0" y="0"/>
                </a:moveTo>
                <a:lnTo>
                  <a:pt x="9163" y="0"/>
                </a:lnTo>
                <a:lnTo>
                  <a:pt x="0" y="0"/>
                </a:lnTo>
                <a:close/>
              </a:path>
            </a:pathLst>
          </a:custGeom>
          <a:solidFill>
            <a:srgbClr val="e4d0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/>
          <p:nvPr/>
        </p:nvSpPr>
        <p:spPr>
          <a:xfrm>
            <a:off x="1230480" y="903960"/>
            <a:ext cx="3298680" cy="360"/>
          </a:xfrm>
          <a:custGeom>
            <a:avLst/>
            <a:gdLst/>
            <a:ahLst/>
            <a:rect l="0" t="0" r="r" b="b"/>
            <a:pathLst>
              <a:path w="9163" h="1">
                <a:moveTo>
                  <a:pt x="0" y="0"/>
                </a:moveTo>
                <a:lnTo>
                  <a:pt x="9163" y="0"/>
                </a:lnTo>
                <a:lnTo>
                  <a:pt x="916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3ce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/>
          <p:nvPr/>
        </p:nvSpPr>
        <p:spPr>
          <a:xfrm>
            <a:off x="1230480" y="903960"/>
            <a:ext cx="3298680" cy="0"/>
          </a:xfrm>
          <a:custGeom>
            <a:avLst/>
            <a:gdLst/>
            <a:ahLst/>
            <a:rect l="0" t="0" r="r" b="b"/>
            <a:pathLst>
              <a:path w="9163" h="0">
                <a:moveTo>
                  <a:pt x="0" y="0"/>
                </a:moveTo>
                <a:lnTo>
                  <a:pt x="9163" y="0"/>
                </a:lnTo>
                <a:lnTo>
                  <a:pt x="0" y="0"/>
                </a:lnTo>
                <a:close/>
              </a:path>
            </a:pathLst>
          </a:custGeom>
          <a:solidFill>
            <a:srgbClr val="e2cc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/>
          <p:nvPr/>
        </p:nvSpPr>
        <p:spPr>
          <a:xfrm>
            <a:off x="1230480" y="903600"/>
            <a:ext cx="3298680" cy="360"/>
          </a:xfrm>
          <a:custGeom>
            <a:avLst/>
            <a:gdLst/>
            <a:ahLst/>
            <a:rect l="0" t="0" r="r" b="b"/>
            <a:pathLst>
              <a:path w="9163" h="1">
                <a:moveTo>
                  <a:pt x="0" y="0"/>
                </a:moveTo>
                <a:lnTo>
                  <a:pt x="9163" y="0"/>
                </a:lnTo>
                <a:lnTo>
                  <a:pt x="916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1ca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1230480" y="903600"/>
            <a:ext cx="3298680" cy="0"/>
          </a:xfrm>
          <a:custGeom>
            <a:avLst/>
            <a:gdLst/>
            <a:ahLst/>
            <a:rect l="0" t="0" r="r" b="b"/>
            <a:pathLst>
              <a:path w="9163" h="0">
                <a:moveTo>
                  <a:pt x="0" y="0"/>
                </a:moveTo>
                <a:lnTo>
                  <a:pt x="9163" y="0"/>
                </a:lnTo>
                <a:lnTo>
                  <a:pt x="0" y="0"/>
                </a:lnTo>
                <a:close/>
              </a:path>
            </a:pathLst>
          </a:custGeom>
          <a:solidFill>
            <a:srgbClr val="e0c8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>
            <a:off x="1230480" y="903240"/>
            <a:ext cx="3298680" cy="360"/>
          </a:xfrm>
          <a:custGeom>
            <a:avLst/>
            <a:gdLst/>
            <a:ahLst/>
            <a:rect l="0" t="0" r="r" b="b"/>
            <a:pathLst>
              <a:path w="9163" h="1">
                <a:moveTo>
                  <a:pt x="0" y="0"/>
                </a:moveTo>
                <a:lnTo>
                  <a:pt x="9163" y="0"/>
                </a:lnTo>
                <a:lnTo>
                  <a:pt x="916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ec6c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/>
          <p:nvPr/>
        </p:nvSpPr>
        <p:spPr>
          <a:xfrm>
            <a:off x="1230480" y="902880"/>
            <a:ext cx="3298680" cy="360"/>
          </a:xfrm>
          <a:custGeom>
            <a:avLst/>
            <a:gdLst/>
            <a:ahLst/>
            <a:rect l="0" t="0" r="r" b="b"/>
            <a:pathLst>
              <a:path w="9163" h="1">
                <a:moveTo>
                  <a:pt x="0" y="0"/>
                </a:moveTo>
                <a:lnTo>
                  <a:pt x="9163" y="0"/>
                </a:lnTo>
                <a:lnTo>
                  <a:pt x="916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dc4c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/>
          <p:nvPr/>
        </p:nvSpPr>
        <p:spPr>
          <a:xfrm>
            <a:off x="1230480" y="902880"/>
            <a:ext cx="3298680" cy="0"/>
          </a:xfrm>
          <a:custGeom>
            <a:avLst/>
            <a:gdLst/>
            <a:ahLst/>
            <a:rect l="0" t="0" r="r" b="b"/>
            <a:pathLst>
              <a:path w="9163" h="0">
                <a:moveTo>
                  <a:pt x="0" y="0"/>
                </a:moveTo>
                <a:lnTo>
                  <a:pt x="9163" y="0"/>
                </a:lnTo>
                <a:lnTo>
                  <a:pt x="0" y="0"/>
                </a:lnTo>
                <a:close/>
              </a:path>
            </a:pathLst>
          </a:custGeom>
          <a:solidFill>
            <a:srgbClr val="dcc3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/>
          <p:nvPr/>
        </p:nvSpPr>
        <p:spPr>
          <a:xfrm>
            <a:off x="1230480" y="902520"/>
            <a:ext cx="3298680" cy="360"/>
          </a:xfrm>
          <a:custGeom>
            <a:avLst/>
            <a:gdLst/>
            <a:ahLst/>
            <a:rect l="0" t="0" r="r" b="b"/>
            <a:pathLst>
              <a:path w="9163" h="1">
                <a:moveTo>
                  <a:pt x="0" y="0"/>
                </a:moveTo>
                <a:lnTo>
                  <a:pt x="9163" y="0"/>
                </a:lnTo>
                <a:lnTo>
                  <a:pt x="916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bc1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/>
          <p:nvPr/>
        </p:nvSpPr>
        <p:spPr>
          <a:xfrm>
            <a:off x="1230480" y="902520"/>
            <a:ext cx="3298680" cy="0"/>
          </a:xfrm>
          <a:custGeom>
            <a:avLst/>
            <a:gdLst/>
            <a:ahLst/>
            <a:rect l="0" t="0" r="r" b="b"/>
            <a:pathLst>
              <a:path w="9163" h="0">
                <a:moveTo>
                  <a:pt x="0" y="0"/>
                </a:moveTo>
                <a:lnTo>
                  <a:pt x="9163" y="0"/>
                </a:lnTo>
                <a:lnTo>
                  <a:pt x="0" y="0"/>
                </a:lnTo>
                <a:close/>
              </a:path>
            </a:pathLst>
          </a:custGeom>
          <a:solidFill>
            <a:srgbClr val="dabfb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/>
          <p:nvPr/>
        </p:nvSpPr>
        <p:spPr>
          <a:xfrm>
            <a:off x="1230480" y="902160"/>
            <a:ext cx="3298680" cy="360"/>
          </a:xfrm>
          <a:custGeom>
            <a:avLst/>
            <a:gdLst/>
            <a:ahLst/>
            <a:rect l="0" t="0" r="r" b="b"/>
            <a:pathLst>
              <a:path w="9163" h="1">
                <a:moveTo>
                  <a:pt x="0" y="0"/>
                </a:moveTo>
                <a:lnTo>
                  <a:pt x="9163" y="0"/>
                </a:lnTo>
                <a:lnTo>
                  <a:pt x="916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9bdb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/>
          <p:nvPr/>
        </p:nvSpPr>
        <p:spPr>
          <a:xfrm>
            <a:off x="1230480" y="902160"/>
            <a:ext cx="3298680" cy="0"/>
          </a:xfrm>
          <a:custGeom>
            <a:avLst/>
            <a:gdLst/>
            <a:ahLst/>
            <a:rect l="0" t="0" r="r" b="b"/>
            <a:pathLst>
              <a:path w="9163" h="0">
                <a:moveTo>
                  <a:pt x="0" y="0"/>
                </a:moveTo>
                <a:lnTo>
                  <a:pt x="9163" y="0"/>
                </a:lnTo>
                <a:lnTo>
                  <a:pt x="0" y="0"/>
                </a:lnTo>
                <a:close/>
              </a:path>
            </a:pathLst>
          </a:custGeom>
          <a:solidFill>
            <a:srgbClr val="d8bbb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/>
          <p:nvPr/>
        </p:nvSpPr>
        <p:spPr>
          <a:xfrm>
            <a:off x="1230480" y="901800"/>
            <a:ext cx="3298680" cy="360"/>
          </a:xfrm>
          <a:custGeom>
            <a:avLst/>
            <a:gdLst/>
            <a:ahLst/>
            <a:rect l="0" t="0" r="r" b="b"/>
            <a:pathLst>
              <a:path w="9163" h="1">
                <a:moveTo>
                  <a:pt x="0" y="0"/>
                </a:moveTo>
                <a:lnTo>
                  <a:pt x="9163" y="0"/>
                </a:lnTo>
                <a:lnTo>
                  <a:pt x="916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7b9b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/>
          <p:nvPr/>
        </p:nvSpPr>
        <p:spPr>
          <a:xfrm>
            <a:off x="1230480" y="901800"/>
            <a:ext cx="3298680" cy="0"/>
          </a:xfrm>
          <a:custGeom>
            <a:avLst/>
            <a:gdLst/>
            <a:ahLst/>
            <a:rect l="0" t="0" r="r" b="b"/>
            <a:pathLst>
              <a:path w="9163" h="0">
                <a:moveTo>
                  <a:pt x="0" y="0"/>
                </a:moveTo>
                <a:lnTo>
                  <a:pt x="9163" y="0"/>
                </a:lnTo>
                <a:lnTo>
                  <a:pt x="0" y="0"/>
                </a:lnTo>
                <a:close/>
              </a:path>
            </a:pathLst>
          </a:custGeom>
          <a:solidFill>
            <a:srgbClr val="d5b7b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/>
          <p:nvPr/>
        </p:nvSpPr>
        <p:spPr>
          <a:xfrm>
            <a:off x="1230480" y="901440"/>
            <a:ext cx="3298680" cy="360"/>
          </a:xfrm>
          <a:custGeom>
            <a:avLst/>
            <a:gdLst/>
            <a:ahLst/>
            <a:rect l="0" t="0" r="r" b="b"/>
            <a:pathLst>
              <a:path w="9163" h="1">
                <a:moveTo>
                  <a:pt x="0" y="0"/>
                </a:moveTo>
                <a:lnTo>
                  <a:pt x="9163" y="0"/>
                </a:lnTo>
                <a:lnTo>
                  <a:pt x="916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4b5b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/>
          <p:nvPr/>
        </p:nvSpPr>
        <p:spPr>
          <a:xfrm>
            <a:off x="1230480" y="901080"/>
            <a:ext cx="3298680" cy="360"/>
          </a:xfrm>
          <a:custGeom>
            <a:avLst/>
            <a:gdLst/>
            <a:ahLst/>
            <a:rect l="0" t="0" r="r" b="b"/>
            <a:pathLst>
              <a:path w="9163" h="1">
                <a:moveTo>
                  <a:pt x="0" y="0"/>
                </a:moveTo>
                <a:lnTo>
                  <a:pt x="9163" y="0"/>
                </a:lnTo>
                <a:lnTo>
                  <a:pt x="916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3b3b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/>
          <p:nvPr/>
        </p:nvSpPr>
        <p:spPr>
          <a:xfrm>
            <a:off x="1230480" y="901080"/>
            <a:ext cx="3298680" cy="0"/>
          </a:xfrm>
          <a:custGeom>
            <a:avLst/>
            <a:gdLst/>
            <a:ahLst/>
            <a:rect l="0" t="0" r="r" b="b"/>
            <a:pathLst>
              <a:path w="9163" h="0">
                <a:moveTo>
                  <a:pt x="0" y="0"/>
                </a:moveTo>
                <a:lnTo>
                  <a:pt x="9163" y="0"/>
                </a:lnTo>
                <a:lnTo>
                  <a:pt x="0" y="0"/>
                </a:lnTo>
                <a:close/>
              </a:path>
            </a:pathLst>
          </a:custGeom>
          <a:solidFill>
            <a:srgbClr val="d2b1b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/>
          <p:nvPr/>
        </p:nvSpPr>
        <p:spPr>
          <a:xfrm>
            <a:off x="1230480" y="900720"/>
            <a:ext cx="3298680" cy="360"/>
          </a:xfrm>
          <a:custGeom>
            <a:avLst/>
            <a:gdLst/>
            <a:ahLst/>
            <a:rect l="0" t="0" r="r" b="b"/>
            <a:pathLst>
              <a:path w="9163" h="1">
                <a:moveTo>
                  <a:pt x="0" y="0"/>
                </a:moveTo>
                <a:lnTo>
                  <a:pt x="9163" y="0"/>
                </a:lnTo>
                <a:lnTo>
                  <a:pt x="916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1afb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/>
          <p:nvPr/>
        </p:nvSpPr>
        <p:spPr>
          <a:xfrm>
            <a:off x="1230480" y="900720"/>
            <a:ext cx="3298680" cy="0"/>
          </a:xfrm>
          <a:custGeom>
            <a:avLst/>
            <a:gdLst/>
            <a:ahLst/>
            <a:rect l="0" t="0" r="r" b="b"/>
            <a:pathLst>
              <a:path w="9163" h="0">
                <a:moveTo>
                  <a:pt x="0" y="0"/>
                </a:moveTo>
                <a:lnTo>
                  <a:pt x="9163" y="0"/>
                </a:lnTo>
                <a:lnTo>
                  <a:pt x="0" y="0"/>
                </a:lnTo>
                <a:close/>
              </a:path>
            </a:pathLst>
          </a:custGeom>
          <a:solidFill>
            <a:srgbClr val="d0ada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1230480" y="900360"/>
            <a:ext cx="3298680" cy="360"/>
          </a:xfrm>
          <a:custGeom>
            <a:avLst/>
            <a:gdLst/>
            <a:ahLst/>
            <a:rect l="0" t="0" r="r" b="b"/>
            <a:pathLst>
              <a:path w="9163" h="1">
                <a:moveTo>
                  <a:pt x="0" y="0"/>
                </a:moveTo>
                <a:lnTo>
                  <a:pt x="9163" y="0"/>
                </a:lnTo>
                <a:lnTo>
                  <a:pt x="916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faba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1230480" y="900360"/>
            <a:ext cx="3298680" cy="0"/>
          </a:xfrm>
          <a:custGeom>
            <a:avLst/>
            <a:gdLst/>
            <a:ahLst/>
            <a:rect l="0" t="0" r="r" b="b"/>
            <a:pathLst>
              <a:path w="9163" h="0">
                <a:moveTo>
                  <a:pt x="0" y="0"/>
                </a:moveTo>
                <a:lnTo>
                  <a:pt x="9163" y="0"/>
                </a:lnTo>
                <a:lnTo>
                  <a:pt x="0" y="0"/>
                </a:lnTo>
                <a:close/>
              </a:path>
            </a:pathLst>
          </a:custGeom>
          <a:solidFill>
            <a:srgbClr val="cea9a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>
            <a:off x="1230480" y="900000"/>
            <a:ext cx="3298680" cy="360"/>
          </a:xfrm>
          <a:custGeom>
            <a:avLst/>
            <a:gdLst/>
            <a:ahLst/>
            <a:rect l="0" t="0" r="r" b="b"/>
            <a:pathLst>
              <a:path w="9163" h="1">
                <a:moveTo>
                  <a:pt x="0" y="0"/>
                </a:moveTo>
                <a:lnTo>
                  <a:pt x="9163" y="0"/>
                </a:lnTo>
                <a:lnTo>
                  <a:pt x="916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ca7a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/>
          <p:nvPr/>
        </p:nvSpPr>
        <p:spPr>
          <a:xfrm>
            <a:off x="1230480" y="900000"/>
            <a:ext cx="3298680" cy="0"/>
          </a:xfrm>
          <a:custGeom>
            <a:avLst/>
            <a:gdLst/>
            <a:ahLst/>
            <a:rect l="0" t="0" r="r" b="b"/>
            <a:pathLst>
              <a:path w="9163" h="0">
                <a:moveTo>
                  <a:pt x="0" y="0"/>
                </a:moveTo>
                <a:lnTo>
                  <a:pt x="9163" y="0"/>
                </a:lnTo>
                <a:lnTo>
                  <a:pt x="0" y="0"/>
                </a:lnTo>
                <a:close/>
              </a:path>
            </a:pathLst>
          </a:custGeom>
          <a:solidFill>
            <a:srgbClr val="cba5a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/>
          <p:nvPr/>
        </p:nvSpPr>
        <p:spPr>
          <a:xfrm>
            <a:off x="1230480" y="899640"/>
            <a:ext cx="3298680" cy="360"/>
          </a:xfrm>
          <a:custGeom>
            <a:avLst/>
            <a:gdLst/>
            <a:ahLst/>
            <a:rect l="0" t="0" r="r" b="b"/>
            <a:pathLst>
              <a:path w="9163" h="1">
                <a:moveTo>
                  <a:pt x="0" y="0"/>
                </a:moveTo>
                <a:lnTo>
                  <a:pt x="9163" y="0"/>
                </a:lnTo>
                <a:lnTo>
                  <a:pt x="916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aa3a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/>
          <p:nvPr/>
        </p:nvSpPr>
        <p:spPr>
          <a:xfrm>
            <a:off x="1230480" y="899640"/>
            <a:ext cx="3298680" cy="0"/>
          </a:xfrm>
          <a:custGeom>
            <a:avLst/>
            <a:gdLst/>
            <a:ahLst/>
            <a:rect l="0" t="0" r="r" b="b"/>
            <a:pathLst>
              <a:path w="9163" h="0">
                <a:moveTo>
                  <a:pt x="0" y="0"/>
                </a:moveTo>
                <a:lnTo>
                  <a:pt x="9163" y="0"/>
                </a:lnTo>
                <a:lnTo>
                  <a:pt x="0" y="0"/>
                </a:lnTo>
                <a:close/>
              </a:path>
            </a:pathLst>
          </a:custGeom>
          <a:solidFill>
            <a:srgbClr val="c9a1a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1230480" y="899280"/>
            <a:ext cx="3298680" cy="360"/>
          </a:xfrm>
          <a:custGeom>
            <a:avLst/>
            <a:gdLst/>
            <a:ahLst/>
            <a:rect l="0" t="0" r="r" b="b"/>
            <a:pathLst>
              <a:path w="9163" h="1">
                <a:moveTo>
                  <a:pt x="0" y="0"/>
                </a:moveTo>
                <a:lnTo>
                  <a:pt x="9163" y="0"/>
                </a:lnTo>
                <a:lnTo>
                  <a:pt x="916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89fa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>
            <a:off x="1230480" y="898920"/>
            <a:ext cx="3298680" cy="360"/>
          </a:xfrm>
          <a:custGeom>
            <a:avLst/>
            <a:gdLst/>
            <a:ahLst/>
            <a:rect l="0" t="0" r="r" b="b"/>
            <a:pathLst>
              <a:path w="9163" h="1">
                <a:moveTo>
                  <a:pt x="0" y="0"/>
                </a:moveTo>
                <a:lnTo>
                  <a:pt x="9163" y="0"/>
                </a:lnTo>
                <a:lnTo>
                  <a:pt x="916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79d9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1230480" y="898920"/>
            <a:ext cx="3298680" cy="0"/>
          </a:xfrm>
          <a:custGeom>
            <a:avLst/>
            <a:gdLst/>
            <a:ahLst/>
            <a:rect l="0" t="0" r="r" b="b"/>
            <a:pathLst>
              <a:path w="9163" h="0">
                <a:moveTo>
                  <a:pt x="0" y="0"/>
                </a:moveTo>
                <a:lnTo>
                  <a:pt x="9163" y="0"/>
                </a:lnTo>
                <a:lnTo>
                  <a:pt x="0" y="0"/>
                </a:lnTo>
                <a:close/>
              </a:path>
            </a:pathLst>
          </a:custGeom>
          <a:solidFill>
            <a:srgbClr val="c69b9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1230480" y="898560"/>
            <a:ext cx="3298680" cy="360"/>
          </a:xfrm>
          <a:custGeom>
            <a:avLst/>
            <a:gdLst/>
            <a:ahLst/>
            <a:rect l="0" t="0" r="r" b="b"/>
            <a:pathLst>
              <a:path w="9163" h="1">
                <a:moveTo>
                  <a:pt x="0" y="0"/>
                </a:moveTo>
                <a:lnTo>
                  <a:pt x="9163" y="0"/>
                </a:lnTo>
                <a:lnTo>
                  <a:pt x="916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59a9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1230480" y="898560"/>
            <a:ext cx="3298680" cy="0"/>
          </a:xfrm>
          <a:custGeom>
            <a:avLst/>
            <a:gdLst/>
            <a:ahLst/>
            <a:rect l="0" t="0" r="r" b="b"/>
            <a:pathLst>
              <a:path w="9163" h="0">
                <a:moveTo>
                  <a:pt x="0" y="0"/>
                </a:moveTo>
                <a:lnTo>
                  <a:pt x="9163" y="0"/>
                </a:lnTo>
                <a:lnTo>
                  <a:pt x="0" y="0"/>
                </a:lnTo>
                <a:close/>
              </a:path>
            </a:pathLst>
          </a:custGeom>
          <a:solidFill>
            <a:srgbClr val="c3989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1230480" y="898200"/>
            <a:ext cx="3298680" cy="360"/>
          </a:xfrm>
          <a:custGeom>
            <a:avLst/>
            <a:gdLst/>
            <a:ahLst/>
            <a:rect l="0" t="0" r="r" b="b"/>
            <a:pathLst>
              <a:path w="9163" h="1">
                <a:moveTo>
                  <a:pt x="0" y="0"/>
                </a:moveTo>
                <a:lnTo>
                  <a:pt x="9163" y="0"/>
                </a:lnTo>
                <a:lnTo>
                  <a:pt x="916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2969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1230480" y="898200"/>
            <a:ext cx="3298680" cy="0"/>
          </a:xfrm>
          <a:custGeom>
            <a:avLst/>
            <a:gdLst/>
            <a:ahLst/>
            <a:rect l="0" t="0" r="r" b="b"/>
            <a:pathLst>
              <a:path w="9163" h="0">
                <a:moveTo>
                  <a:pt x="0" y="0"/>
                </a:moveTo>
                <a:lnTo>
                  <a:pt x="9163" y="0"/>
                </a:lnTo>
                <a:lnTo>
                  <a:pt x="0" y="0"/>
                </a:lnTo>
                <a:close/>
              </a:path>
            </a:pathLst>
          </a:custGeom>
          <a:solidFill>
            <a:srgbClr val="c1949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1230480" y="897840"/>
            <a:ext cx="3298680" cy="360"/>
          </a:xfrm>
          <a:custGeom>
            <a:avLst/>
            <a:gdLst/>
            <a:ahLst/>
            <a:rect l="0" t="0" r="r" b="b"/>
            <a:pathLst>
              <a:path w="9163" h="1">
                <a:moveTo>
                  <a:pt x="0" y="0"/>
                </a:moveTo>
                <a:lnTo>
                  <a:pt x="9163" y="0"/>
                </a:lnTo>
                <a:lnTo>
                  <a:pt x="916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0929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1230480" y="897840"/>
            <a:ext cx="3298680" cy="0"/>
          </a:xfrm>
          <a:custGeom>
            <a:avLst/>
            <a:gdLst/>
            <a:ahLst/>
            <a:rect l="0" t="0" r="r" b="b"/>
            <a:pathLst>
              <a:path w="9163" h="0">
                <a:moveTo>
                  <a:pt x="0" y="0"/>
                </a:moveTo>
                <a:lnTo>
                  <a:pt x="9163" y="0"/>
                </a:lnTo>
                <a:lnTo>
                  <a:pt x="0" y="0"/>
                </a:lnTo>
                <a:close/>
              </a:path>
            </a:pathLst>
          </a:custGeom>
          <a:solidFill>
            <a:srgbClr val="bf909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1230480" y="897480"/>
            <a:ext cx="3298680" cy="360"/>
          </a:xfrm>
          <a:custGeom>
            <a:avLst/>
            <a:gdLst/>
            <a:ahLst/>
            <a:rect l="0" t="0" r="r" b="b"/>
            <a:pathLst>
              <a:path w="9163" h="1">
                <a:moveTo>
                  <a:pt x="0" y="0"/>
                </a:moveTo>
                <a:lnTo>
                  <a:pt x="9163" y="0"/>
                </a:lnTo>
                <a:lnTo>
                  <a:pt x="916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e8e8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1230480" y="897120"/>
            <a:ext cx="3298680" cy="360"/>
          </a:xfrm>
          <a:custGeom>
            <a:avLst/>
            <a:gdLst/>
            <a:ahLst/>
            <a:rect l="0" t="0" r="r" b="b"/>
            <a:pathLst>
              <a:path w="9163" h="1">
                <a:moveTo>
                  <a:pt x="0" y="0"/>
                </a:moveTo>
                <a:lnTo>
                  <a:pt x="9163" y="0"/>
                </a:lnTo>
                <a:lnTo>
                  <a:pt x="916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d8c8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1230480" y="897120"/>
            <a:ext cx="3298680" cy="0"/>
          </a:xfrm>
          <a:custGeom>
            <a:avLst/>
            <a:gdLst/>
            <a:ahLst/>
            <a:rect l="0" t="0" r="r" b="b"/>
            <a:pathLst>
              <a:path w="9163" h="0">
                <a:moveTo>
                  <a:pt x="0" y="0"/>
                </a:moveTo>
                <a:lnTo>
                  <a:pt x="9163" y="0"/>
                </a:lnTo>
                <a:lnTo>
                  <a:pt x="0" y="0"/>
                </a:lnTo>
                <a:close/>
              </a:path>
            </a:pathLst>
          </a:custGeom>
          <a:solidFill>
            <a:srgbClr val="bc8a8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1230480" y="896760"/>
            <a:ext cx="3298680" cy="360"/>
          </a:xfrm>
          <a:custGeom>
            <a:avLst/>
            <a:gdLst/>
            <a:ahLst/>
            <a:rect l="0" t="0" r="r" b="b"/>
            <a:pathLst>
              <a:path w="9163" h="1">
                <a:moveTo>
                  <a:pt x="0" y="0"/>
                </a:moveTo>
                <a:lnTo>
                  <a:pt x="9163" y="0"/>
                </a:lnTo>
                <a:lnTo>
                  <a:pt x="916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a888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1230480" y="896760"/>
            <a:ext cx="3298680" cy="0"/>
          </a:xfrm>
          <a:custGeom>
            <a:avLst/>
            <a:gdLst/>
            <a:ahLst/>
            <a:rect l="0" t="0" r="r" b="b"/>
            <a:pathLst>
              <a:path w="9163" h="0">
                <a:moveTo>
                  <a:pt x="0" y="0"/>
                </a:moveTo>
                <a:lnTo>
                  <a:pt x="9163" y="0"/>
                </a:lnTo>
                <a:lnTo>
                  <a:pt x="0" y="0"/>
                </a:lnTo>
                <a:close/>
              </a:path>
            </a:pathLst>
          </a:custGeom>
          <a:solidFill>
            <a:srgbClr val="b986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1230480" y="896400"/>
            <a:ext cx="3298680" cy="360"/>
          </a:xfrm>
          <a:custGeom>
            <a:avLst/>
            <a:gdLst/>
            <a:ahLst/>
            <a:rect l="0" t="0" r="r" b="b"/>
            <a:pathLst>
              <a:path w="9163" h="1">
                <a:moveTo>
                  <a:pt x="0" y="0"/>
                </a:moveTo>
                <a:lnTo>
                  <a:pt x="9163" y="0"/>
                </a:lnTo>
                <a:lnTo>
                  <a:pt x="916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8848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1230480" y="896400"/>
            <a:ext cx="3298680" cy="0"/>
          </a:xfrm>
          <a:custGeom>
            <a:avLst/>
            <a:gdLst/>
            <a:ahLst/>
            <a:rect l="0" t="0" r="r" b="b"/>
            <a:pathLst>
              <a:path w="9163" h="0">
                <a:moveTo>
                  <a:pt x="0" y="0"/>
                </a:moveTo>
                <a:lnTo>
                  <a:pt x="9163" y="0"/>
                </a:lnTo>
                <a:lnTo>
                  <a:pt x="0" y="0"/>
                </a:lnTo>
                <a:close/>
              </a:path>
            </a:pathLst>
          </a:custGeom>
          <a:solidFill>
            <a:srgbClr val="b7828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>
            <a:off x="1230480" y="896040"/>
            <a:ext cx="3298680" cy="360"/>
          </a:xfrm>
          <a:custGeom>
            <a:avLst/>
            <a:gdLst/>
            <a:ahLst/>
            <a:rect l="0" t="0" r="r" b="b"/>
            <a:pathLst>
              <a:path w="9163" h="1">
                <a:moveTo>
                  <a:pt x="0" y="0"/>
                </a:moveTo>
                <a:lnTo>
                  <a:pt x="9163" y="0"/>
                </a:lnTo>
                <a:lnTo>
                  <a:pt x="916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680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/>
          <p:nvPr/>
        </p:nvSpPr>
        <p:spPr>
          <a:xfrm>
            <a:off x="1230480" y="896040"/>
            <a:ext cx="3298680" cy="0"/>
          </a:xfrm>
          <a:custGeom>
            <a:avLst/>
            <a:gdLst/>
            <a:ahLst/>
            <a:rect l="0" t="0" r="r" b="b"/>
            <a:pathLst>
              <a:path w="9163" h="0">
                <a:moveTo>
                  <a:pt x="0" y="0"/>
                </a:moveTo>
                <a:lnTo>
                  <a:pt x="9163" y="0"/>
                </a:lnTo>
                <a:lnTo>
                  <a:pt x="0" y="0"/>
                </a:lnTo>
                <a:close/>
              </a:path>
            </a:pathLst>
          </a:custGeom>
          <a:solidFill>
            <a:srgbClr val="b57e7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/>
          <p:nvPr/>
        </p:nvSpPr>
        <p:spPr>
          <a:xfrm>
            <a:off x="1230480" y="895680"/>
            <a:ext cx="3298680" cy="360"/>
          </a:xfrm>
          <a:custGeom>
            <a:avLst/>
            <a:gdLst/>
            <a:ahLst/>
            <a:rect l="0" t="0" r="r" b="b"/>
            <a:pathLst>
              <a:path w="9163" h="1">
                <a:moveTo>
                  <a:pt x="0" y="0"/>
                </a:moveTo>
                <a:lnTo>
                  <a:pt x="9163" y="0"/>
                </a:lnTo>
                <a:lnTo>
                  <a:pt x="916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47c7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>
            <a:off x="1230480" y="895680"/>
            <a:ext cx="3298680" cy="0"/>
          </a:xfrm>
          <a:custGeom>
            <a:avLst/>
            <a:gdLst/>
            <a:ahLst/>
            <a:rect l="0" t="0" r="r" b="b"/>
            <a:pathLst>
              <a:path w="9163" h="0">
                <a:moveTo>
                  <a:pt x="0" y="0"/>
                </a:moveTo>
                <a:lnTo>
                  <a:pt x="9163" y="0"/>
                </a:lnTo>
                <a:lnTo>
                  <a:pt x="0" y="0"/>
                </a:lnTo>
                <a:close/>
              </a:path>
            </a:pathLst>
          </a:custGeom>
          <a:solidFill>
            <a:srgbClr val="b37a7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>
            <a:off x="1230480" y="895320"/>
            <a:ext cx="3298680" cy="360"/>
          </a:xfrm>
          <a:custGeom>
            <a:avLst/>
            <a:gdLst/>
            <a:ahLst/>
            <a:rect l="0" t="0" r="r" b="b"/>
            <a:pathLst>
              <a:path w="9163" h="1">
                <a:moveTo>
                  <a:pt x="0" y="0"/>
                </a:moveTo>
                <a:lnTo>
                  <a:pt x="9163" y="0"/>
                </a:lnTo>
                <a:lnTo>
                  <a:pt x="916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1787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/>
          <p:nvPr/>
        </p:nvSpPr>
        <p:spPr>
          <a:xfrm>
            <a:off x="1230480" y="894960"/>
            <a:ext cx="3298680" cy="360"/>
          </a:xfrm>
          <a:custGeom>
            <a:avLst/>
            <a:gdLst/>
            <a:ahLst/>
            <a:rect l="0" t="0" r="r" b="b"/>
            <a:pathLst>
              <a:path w="9163" h="1">
                <a:moveTo>
                  <a:pt x="0" y="0"/>
                </a:moveTo>
                <a:lnTo>
                  <a:pt x="9163" y="0"/>
                </a:lnTo>
                <a:lnTo>
                  <a:pt x="916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076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/>
          <p:nvPr/>
        </p:nvSpPr>
        <p:spPr>
          <a:xfrm>
            <a:off x="1230480" y="894960"/>
            <a:ext cx="3298680" cy="0"/>
          </a:xfrm>
          <a:custGeom>
            <a:avLst/>
            <a:gdLst/>
            <a:ahLst/>
            <a:rect l="0" t="0" r="r" b="b"/>
            <a:pathLst>
              <a:path w="9163" h="0">
                <a:moveTo>
                  <a:pt x="0" y="0"/>
                </a:moveTo>
                <a:lnTo>
                  <a:pt x="9163" y="0"/>
                </a:lnTo>
                <a:lnTo>
                  <a:pt x="0" y="0"/>
                </a:lnTo>
                <a:close/>
              </a:path>
            </a:pathLst>
          </a:custGeom>
          <a:solidFill>
            <a:srgbClr val="af747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/>
          <p:nvPr/>
        </p:nvSpPr>
        <p:spPr>
          <a:xfrm>
            <a:off x="1230480" y="894600"/>
            <a:ext cx="3298680" cy="360"/>
          </a:xfrm>
          <a:custGeom>
            <a:avLst/>
            <a:gdLst/>
            <a:ahLst/>
            <a:rect l="0" t="0" r="r" b="b"/>
            <a:pathLst>
              <a:path w="9163" h="1">
                <a:moveTo>
                  <a:pt x="0" y="0"/>
                </a:moveTo>
                <a:lnTo>
                  <a:pt x="9163" y="0"/>
                </a:lnTo>
                <a:lnTo>
                  <a:pt x="916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e737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>
            <a:off x="1230480" y="894600"/>
            <a:ext cx="3298680" cy="0"/>
          </a:xfrm>
          <a:custGeom>
            <a:avLst/>
            <a:gdLst/>
            <a:ahLst/>
            <a:rect l="0" t="0" r="r" b="b"/>
            <a:pathLst>
              <a:path w="9163" h="0">
                <a:moveTo>
                  <a:pt x="0" y="0"/>
                </a:moveTo>
                <a:lnTo>
                  <a:pt x="9163" y="0"/>
                </a:lnTo>
                <a:lnTo>
                  <a:pt x="0" y="0"/>
                </a:lnTo>
                <a:close/>
              </a:path>
            </a:pathLst>
          </a:custGeom>
          <a:solidFill>
            <a:srgbClr val="ad717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>
            <a:off x="1230480" y="894240"/>
            <a:ext cx="3298680" cy="360"/>
          </a:xfrm>
          <a:custGeom>
            <a:avLst/>
            <a:gdLst/>
            <a:ahLst/>
            <a:rect l="0" t="0" r="r" b="b"/>
            <a:pathLst>
              <a:path w="9163" h="1">
                <a:moveTo>
                  <a:pt x="0" y="0"/>
                </a:moveTo>
                <a:lnTo>
                  <a:pt x="9163" y="0"/>
                </a:lnTo>
                <a:lnTo>
                  <a:pt x="916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c6f7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/>
          <p:nvPr/>
        </p:nvSpPr>
        <p:spPr>
          <a:xfrm>
            <a:off x="1230480" y="894240"/>
            <a:ext cx="3298680" cy="0"/>
          </a:xfrm>
          <a:custGeom>
            <a:avLst/>
            <a:gdLst/>
            <a:ahLst/>
            <a:rect l="0" t="0" r="r" b="b"/>
            <a:pathLst>
              <a:path w="9163" h="0">
                <a:moveTo>
                  <a:pt x="0" y="0"/>
                </a:moveTo>
                <a:lnTo>
                  <a:pt x="9163" y="0"/>
                </a:lnTo>
                <a:lnTo>
                  <a:pt x="0" y="0"/>
                </a:lnTo>
                <a:close/>
              </a:path>
            </a:pathLst>
          </a:custGeom>
          <a:solidFill>
            <a:srgbClr val="ab6d6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/>
          <p:nvPr/>
        </p:nvSpPr>
        <p:spPr>
          <a:xfrm>
            <a:off x="1230480" y="893880"/>
            <a:ext cx="3298680" cy="360"/>
          </a:xfrm>
          <a:custGeom>
            <a:avLst/>
            <a:gdLst/>
            <a:ahLst/>
            <a:rect l="0" t="0" r="r" b="b"/>
            <a:pathLst>
              <a:path w="9163" h="1">
                <a:moveTo>
                  <a:pt x="0" y="0"/>
                </a:moveTo>
                <a:lnTo>
                  <a:pt x="9163" y="0"/>
                </a:lnTo>
                <a:lnTo>
                  <a:pt x="916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a6b6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/>
          <p:nvPr/>
        </p:nvSpPr>
        <p:spPr>
          <a:xfrm>
            <a:off x="1230480" y="893880"/>
            <a:ext cx="3298680" cy="0"/>
          </a:xfrm>
          <a:custGeom>
            <a:avLst/>
            <a:gdLst/>
            <a:ahLst/>
            <a:rect l="0" t="0" r="r" b="b"/>
            <a:pathLst>
              <a:path w="9163" h="0">
                <a:moveTo>
                  <a:pt x="0" y="0"/>
                </a:moveTo>
                <a:lnTo>
                  <a:pt x="9163" y="0"/>
                </a:lnTo>
                <a:lnTo>
                  <a:pt x="0" y="0"/>
                </a:lnTo>
                <a:close/>
              </a:path>
            </a:pathLst>
          </a:custGeom>
          <a:solidFill>
            <a:srgbClr val="a8696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/>
          <p:nvPr/>
        </p:nvSpPr>
        <p:spPr>
          <a:xfrm>
            <a:off x="1230480" y="893520"/>
            <a:ext cx="3298680" cy="360"/>
          </a:xfrm>
          <a:custGeom>
            <a:avLst/>
            <a:gdLst/>
            <a:ahLst/>
            <a:rect l="0" t="0" r="r" b="b"/>
            <a:pathLst>
              <a:path w="9163" h="1">
                <a:moveTo>
                  <a:pt x="0" y="0"/>
                </a:moveTo>
                <a:lnTo>
                  <a:pt x="9163" y="0"/>
                </a:lnTo>
                <a:lnTo>
                  <a:pt x="916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7676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/>
          <p:nvPr/>
        </p:nvSpPr>
        <p:spPr>
          <a:xfrm>
            <a:off x="1230480" y="893160"/>
            <a:ext cx="3298680" cy="360"/>
          </a:xfrm>
          <a:custGeom>
            <a:avLst/>
            <a:gdLst/>
            <a:ahLst/>
            <a:rect l="0" t="0" r="r" b="b"/>
            <a:pathLst>
              <a:path w="9163" h="1">
                <a:moveTo>
                  <a:pt x="0" y="0"/>
                </a:moveTo>
                <a:lnTo>
                  <a:pt x="9163" y="0"/>
                </a:lnTo>
                <a:lnTo>
                  <a:pt x="916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6656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/>
          <p:nvPr/>
        </p:nvSpPr>
        <p:spPr>
          <a:xfrm>
            <a:off x="1230480" y="893160"/>
            <a:ext cx="3298680" cy="0"/>
          </a:xfrm>
          <a:custGeom>
            <a:avLst/>
            <a:gdLst/>
            <a:ahLst/>
            <a:rect l="0" t="0" r="r" b="b"/>
            <a:pathLst>
              <a:path w="9163" h="0">
                <a:moveTo>
                  <a:pt x="0" y="0"/>
                </a:moveTo>
                <a:lnTo>
                  <a:pt x="9163" y="0"/>
                </a:lnTo>
                <a:lnTo>
                  <a:pt x="0" y="0"/>
                </a:lnTo>
                <a:close/>
              </a:path>
            </a:pathLst>
          </a:custGeom>
          <a:solidFill>
            <a:srgbClr val="a563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/>
          <p:nvPr/>
        </p:nvSpPr>
        <p:spPr>
          <a:xfrm>
            <a:off x="1230480" y="892800"/>
            <a:ext cx="3298680" cy="360"/>
          </a:xfrm>
          <a:custGeom>
            <a:avLst/>
            <a:gdLst/>
            <a:ahLst/>
            <a:rect l="0" t="0" r="r" b="b"/>
            <a:pathLst>
              <a:path w="9163" h="1">
                <a:moveTo>
                  <a:pt x="0" y="0"/>
                </a:moveTo>
                <a:lnTo>
                  <a:pt x="9163" y="0"/>
                </a:lnTo>
                <a:lnTo>
                  <a:pt x="916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4616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/>
          <p:nvPr/>
        </p:nvSpPr>
        <p:spPr>
          <a:xfrm>
            <a:off x="1230480" y="892800"/>
            <a:ext cx="3298680" cy="0"/>
          </a:xfrm>
          <a:custGeom>
            <a:avLst/>
            <a:gdLst/>
            <a:ahLst/>
            <a:rect l="0" t="0" r="r" b="b"/>
            <a:pathLst>
              <a:path w="9163" h="0">
                <a:moveTo>
                  <a:pt x="0" y="0"/>
                </a:moveTo>
                <a:lnTo>
                  <a:pt x="9163" y="0"/>
                </a:lnTo>
                <a:lnTo>
                  <a:pt x="0" y="0"/>
                </a:lnTo>
                <a:close/>
              </a:path>
            </a:pathLst>
          </a:custGeom>
          <a:solidFill>
            <a:srgbClr val="a35f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/>
          <p:nvPr/>
        </p:nvSpPr>
        <p:spPr>
          <a:xfrm>
            <a:off x="1230480" y="892440"/>
            <a:ext cx="3298680" cy="360"/>
          </a:xfrm>
          <a:custGeom>
            <a:avLst/>
            <a:gdLst/>
            <a:ahLst/>
            <a:rect l="0" t="0" r="r" b="b"/>
            <a:pathLst>
              <a:path w="9163" h="1">
                <a:moveTo>
                  <a:pt x="0" y="0"/>
                </a:moveTo>
                <a:lnTo>
                  <a:pt x="9163" y="0"/>
                </a:lnTo>
                <a:lnTo>
                  <a:pt x="916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25d5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/>
          <p:nvPr/>
        </p:nvSpPr>
        <p:spPr>
          <a:xfrm>
            <a:off x="1230480" y="892440"/>
            <a:ext cx="3298680" cy="0"/>
          </a:xfrm>
          <a:custGeom>
            <a:avLst/>
            <a:gdLst/>
            <a:ahLst/>
            <a:rect l="0" t="0" r="r" b="b"/>
            <a:pathLst>
              <a:path w="9163" h="0">
                <a:moveTo>
                  <a:pt x="0" y="0"/>
                </a:moveTo>
                <a:lnTo>
                  <a:pt x="9163" y="0"/>
                </a:lnTo>
                <a:lnTo>
                  <a:pt x="0" y="0"/>
                </a:lnTo>
                <a:close/>
              </a:path>
            </a:pathLst>
          </a:custGeom>
          <a:solidFill>
            <a:srgbClr val="a15b5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/>
          <p:nvPr/>
        </p:nvSpPr>
        <p:spPr>
          <a:xfrm>
            <a:off x="1230480" y="892080"/>
            <a:ext cx="3298680" cy="360"/>
          </a:xfrm>
          <a:custGeom>
            <a:avLst/>
            <a:gdLst/>
            <a:ahLst/>
            <a:rect l="0" t="0" r="r" b="b"/>
            <a:pathLst>
              <a:path w="9163" h="1">
                <a:moveTo>
                  <a:pt x="0" y="0"/>
                </a:moveTo>
                <a:lnTo>
                  <a:pt x="9163" y="0"/>
                </a:lnTo>
                <a:lnTo>
                  <a:pt x="916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f595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/>
          <p:nvPr/>
        </p:nvSpPr>
        <p:spPr>
          <a:xfrm>
            <a:off x="1230480" y="892080"/>
            <a:ext cx="3298680" cy="0"/>
          </a:xfrm>
          <a:custGeom>
            <a:avLst/>
            <a:gdLst/>
            <a:ahLst/>
            <a:rect l="0" t="0" r="r" b="b"/>
            <a:pathLst>
              <a:path w="9163" h="0">
                <a:moveTo>
                  <a:pt x="0" y="0"/>
                </a:moveTo>
                <a:lnTo>
                  <a:pt x="9163" y="0"/>
                </a:lnTo>
                <a:lnTo>
                  <a:pt x="0" y="0"/>
                </a:lnTo>
                <a:close/>
              </a:path>
            </a:pathLst>
          </a:custGeom>
          <a:solidFill>
            <a:srgbClr val="9e575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>
            <a:off x="1230480" y="891720"/>
            <a:ext cx="3298680" cy="360"/>
          </a:xfrm>
          <a:custGeom>
            <a:avLst/>
            <a:gdLst/>
            <a:ahLst/>
            <a:rect l="0" t="0" r="r" b="b"/>
            <a:pathLst>
              <a:path w="9163" h="1">
                <a:moveTo>
                  <a:pt x="0" y="0"/>
                </a:moveTo>
                <a:lnTo>
                  <a:pt x="9163" y="0"/>
                </a:lnTo>
                <a:lnTo>
                  <a:pt x="916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d555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/>
          <p:nvPr/>
        </p:nvSpPr>
        <p:spPr>
          <a:xfrm>
            <a:off x="1230480" y="891720"/>
            <a:ext cx="3298680" cy="0"/>
          </a:xfrm>
          <a:custGeom>
            <a:avLst/>
            <a:gdLst/>
            <a:ahLst/>
            <a:rect l="0" t="0" r="r" b="b"/>
            <a:pathLst>
              <a:path w="9163" h="0">
                <a:moveTo>
                  <a:pt x="0" y="0"/>
                </a:moveTo>
                <a:lnTo>
                  <a:pt x="9163" y="0"/>
                </a:lnTo>
                <a:lnTo>
                  <a:pt x="0" y="0"/>
                </a:lnTo>
                <a:close/>
              </a:path>
            </a:pathLst>
          </a:custGeom>
          <a:solidFill>
            <a:srgbClr val="9c535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/>
          <p:nvPr/>
        </p:nvSpPr>
        <p:spPr>
          <a:xfrm>
            <a:off x="1230480" y="891360"/>
            <a:ext cx="3298680" cy="360"/>
          </a:xfrm>
          <a:custGeom>
            <a:avLst/>
            <a:gdLst/>
            <a:ahLst/>
            <a:rect l="0" t="0" r="r" b="b"/>
            <a:pathLst>
              <a:path w="9163" h="1">
                <a:moveTo>
                  <a:pt x="0" y="0"/>
                </a:moveTo>
                <a:lnTo>
                  <a:pt x="9163" y="0"/>
                </a:lnTo>
                <a:lnTo>
                  <a:pt x="916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b515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/>
          <p:nvPr/>
        </p:nvSpPr>
        <p:spPr>
          <a:xfrm>
            <a:off x="1230480" y="891000"/>
            <a:ext cx="3298680" cy="360"/>
          </a:xfrm>
          <a:custGeom>
            <a:avLst/>
            <a:gdLst/>
            <a:ahLst/>
            <a:rect l="0" t="0" r="r" b="b"/>
            <a:pathLst>
              <a:path w="9163" h="1">
                <a:moveTo>
                  <a:pt x="0" y="0"/>
                </a:moveTo>
                <a:lnTo>
                  <a:pt x="9163" y="0"/>
                </a:lnTo>
                <a:lnTo>
                  <a:pt x="916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a4f5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/>
          <p:nvPr/>
        </p:nvSpPr>
        <p:spPr>
          <a:xfrm>
            <a:off x="1230480" y="891000"/>
            <a:ext cx="3298680" cy="0"/>
          </a:xfrm>
          <a:custGeom>
            <a:avLst/>
            <a:gdLst/>
            <a:ahLst/>
            <a:rect l="0" t="0" r="r" b="b"/>
            <a:pathLst>
              <a:path w="9163" h="0">
                <a:moveTo>
                  <a:pt x="0" y="0"/>
                </a:moveTo>
                <a:lnTo>
                  <a:pt x="9163" y="0"/>
                </a:lnTo>
                <a:lnTo>
                  <a:pt x="0" y="0"/>
                </a:lnTo>
                <a:close/>
              </a:path>
            </a:pathLst>
          </a:custGeom>
          <a:solidFill>
            <a:srgbClr val="994d4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/>
          <p:nvPr/>
        </p:nvSpPr>
        <p:spPr>
          <a:xfrm>
            <a:off x="1230480" y="890640"/>
            <a:ext cx="3298680" cy="360"/>
          </a:xfrm>
          <a:custGeom>
            <a:avLst/>
            <a:gdLst/>
            <a:ahLst/>
            <a:rect l="0" t="0" r="r" b="b"/>
            <a:pathLst>
              <a:path w="9163" h="1">
                <a:moveTo>
                  <a:pt x="0" y="0"/>
                </a:moveTo>
                <a:lnTo>
                  <a:pt x="9163" y="0"/>
                </a:lnTo>
                <a:lnTo>
                  <a:pt x="916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84c4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/>
          <p:nvPr/>
        </p:nvSpPr>
        <p:spPr>
          <a:xfrm>
            <a:off x="1230480" y="890640"/>
            <a:ext cx="3298680" cy="0"/>
          </a:xfrm>
          <a:custGeom>
            <a:avLst/>
            <a:gdLst/>
            <a:ahLst/>
            <a:rect l="0" t="0" r="r" b="b"/>
            <a:pathLst>
              <a:path w="9163" h="0">
                <a:moveTo>
                  <a:pt x="0" y="0"/>
                </a:moveTo>
                <a:lnTo>
                  <a:pt x="9163" y="0"/>
                </a:lnTo>
                <a:lnTo>
                  <a:pt x="0" y="0"/>
                </a:lnTo>
                <a:close/>
              </a:path>
            </a:pathLst>
          </a:custGeom>
          <a:solidFill>
            <a:srgbClr val="964a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/>
          <p:nvPr/>
        </p:nvSpPr>
        <p:spPr>
          <a:xfrm>
            <a:off x="1230480" y="890280"/>
            <a:ext cx="3298680" cy="360"/>
          </a:xfrm>
          <a:custGeom>
            <a:avLst/>
            <a:gdLst/>
            <a:ahLst/>
            <a:rect l="0" t="0" r="r" b="b"/>
            <a:pathLst>
              <a:path w="9163" h="1">
                <a:moveTo>
                  <a:pt x="0" y="0"/>
                </a:moveTo>
                <a:lnTo>
                  <a:pt x="9163" y="0"/>
                </a:lnTo>
                <a:lnTo>
                  <a:pt x="916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5484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>
            <a:off x="1230480" y="890280"/>
            <a:ext cx="3298680" cy="0"/>
          </a:xfrm>
          <a:custGeom>
            <a:avLst/>
            <a:gdLst/>
            <a:ahLst/>
            <a:rect l="0" t="0" r="r" b="b"/>
            <a:pathLst>
              <a:path w="9163" h="0">
                <a:moveTo>
                  <a:pt x="0" y="0"/>
                </a:moveTo>
                <a:lnTo>
                  <a:pt x="9163" y="0"/>
                </a:lnTo>
                <a:lnTo>
                  <a:pt x="0" y="0"/>
                </a:lnTo>
                <a:close/>
              </a:path>
            </a:pathLst>
          </a:custGeom>
          <a:solidFill>
            <a:srgbClr val="94464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/>
          <p:nvPr/>
        </p:nvSpPr>
        <p:spPr>
          <a:xfrm>
            <a:off x="1230480" y="889920"/>
            <a:ext cx="3298680" cy="360"/>
          </a:xfrm>
          <a:custGeom>
            <a:avLst/>
            <a:gdLst/>
            <a:ahLst/>
            <a:rect l="0" t="0" r="r" b="b"/>
            <a:pathLst>
              <a:path w="9163" h="1">
                <a:moveTo>
                  <a:pt x="0" y="0"/>
                </a:moveTo>
                <a:lnTo>
                  <a:pt x="9163" y="0"/>
                </a:lnTo>
                <a:lnTo>
                  <a:pt x="916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3444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/>
          <p:nvPr/>
        </p:nvSpPr>
        <p:spPr>
          <a:xfrm>
            <a:off x="1230480" y="889920"/>
            <a:ext cx="3298680" cy="0"/>
          </a:xfrm>
          <a:custGeom>
            <a:avLst/>
            <a:gdLst/>
            <a:ahLst/>
            <a:rect l="0" t="0" r="r" b="b"/>
            <a:pathLst>
              <a:path w="9163" h="0">
                <a:moveTo>
                  <a:pt x="0" y="0"/>
                </a:moveTo>
                <a:lnTo>
                  <a:pt x="9163" y="0"/>
                </a:lnTo>
                <a:lnTo>
                  <a:pt x="0" y="0"/>
                </a:lnTo>
                <a:close/>
              </a:path>
            </a:pathLst>
          </a:custGeom>
          <a:solidFill>
            <a:srgbClr val="92424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/>
          <p:nvPr/>
        </p:nvSpPr>
        <p:spPr>
          <a:xfrm>
            <a:off x="1230480" y="889560"/>
            <a:ext cx="3298680" cy="360"/>
          </a:xfrm>
          <a:custGeom>
            <a:avLst/>
            <a:gdLst/>
            <a:ahLst/>
            <a:rect l="0" t="0" r="r" b="b"/>
            <a:pathLst>
              <a:path w="9163" h="1">
                <a:moveTo>
                  <a:pt x="0" y="0"/>
                </a:moveTo>
                <a:lnTo>
                  <a:pt x="9163" y="0"/>
                </a:lnTo>
                <a:lnTo>
                  <a:pt x="916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1404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/>
          <p:nvPr/>
        </p:nvSpPr>
        <p:spPr>
          <a:xfrm>
            <a:off x="1230480" y="889560"/>
            <a:ext cx="3298680" cy="0"/>
          </a:xfrm>
          <a:custGeom>
            <a:avLst/>
            <a:gdLst/>
            <a:ahLst/>
            <a:rect l="0" t="0" r="r" b="b"/>
            <a:pathLst>
              <a:path w="9163" h="0">
                <a:moveTo>
                  <a:pt x="0" y="0"/>
                </a:moveTo>
                <a:lnTo>
                  <a:pt x="9163" y="0"/>
                </a:lnTo>
                <a:lnTo>
                  <a:pt x="0" y="0"/>
                </a:lnTo>
                <a:close/>
              </a:path>
            </a:pathLst>
          </a:custGeom>
          <a:solidFill>
            <a:srgbClr val="903e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/>
          <p:nvPr/>
        </p:nvSpPr>
        <p:spPr>
          <a:xfrm>
            <a:off x="1230480" y="889200"/>
            <a:ext cx="3298680" cy="360"/>
          </a:xfrm>
          <a:custGeom>
            <a:avLst/>
            <a:gdLst/>
            <a:ahLst/>
            <a:rect l="0" t="0" r="r" b="b"/>
            <a:pathLst>
              <a:path w="9163" h="1">
                <a:moveTo>
                  <a:pt x="0" y="0"/>
                </a:moveTo>
                <a:lnTo>
                  <a:pt x="9163" y="0"/>
                </a:lnTo>
                <a:lnTo>
                  <a:pt x="916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f3c3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/>
          <p:nvPr/>
        </p:nvSpPr>
        <p:spPr>
          <a:xfrm>
            <a:off x="1230480" y="888840"/>
            <a:ext cx="3298680" cy="360"/>
          </a:xfrm>
          <a:custGeom>
            <a:avLst/>
            <a:gdLst/>
            <a:ahLst/>
            <a:rect l="0" t="0" r="r" b="b"/>
            <a:pathLst>
              <a:path w="9163" h="1">
                <a:moveTo>
                  <a:pt x="0" y="0"/>
                </a:moveTo>
                <a:lnTo>
                  <a:pt x="9163" y="0"/>
                </a:lnTo>
                <a:lnTo>
                  <a:pt x="916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d3a3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/>
          <p:nvPr/>
        </p:nvSpPr>
        <p:spPr>
          <a:xfrm>
            <a:off x="1230480" y="888840"/>
            <a:ext cx="3298680" cy="0"/>
          </a:xfrm>
          <a:custGeom>
            <a:avLst/>
            <a:gdLst/>
            <a:ahLst/>
            <a:rect l="0" t="0" r="r" b="b"/>
            <a:pathLst>
              <a:path w="9163" h="0">
                <a:moveTo>
                  <a:pt x="0" y="0"/>
                </a:moveTo>
                <a:lnTo>
                  <a:pt x="9163" y="0"/>
                </a:lnTo>
                <a:lnTo>
                  <a:pt x="0" y="0"/>
                </a:lnTo>
                <a:close/>
              </a:path>
            </a:pathLst>
          </a:custGeom>
          <a:solidFill>
            <a:srgbClr val="8c383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/>
          <p:nvPr/>
        </p:nvSpPr>
        <p:spPr>
          <a:xfrm>
            <a:off x="1230480" y="888480"/>
            <a:ext cx="3298680" cy="360"/>
          </a:xfrm>
          <a:custGeom>
            <a:avLst/>
            <a:gdLst/>
            <a:ahLst/>
            <a:rect l="0" t="0" r="r" b="b"/>
            <a:pathLst>
              <a:path w="9163" h="1">
                <a:moveTo>
                  <a:pt x="0" y="0"/>
                </a:moveTo>
                <a:lnTo>
                  <a:pt x="9163" y="0"/>
                </a:lnTo>
                <a:lnTo>
                  <a:pt x="916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b363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>
            <a:off x="1230480" y="888480"/>
            <a:ext cx="3298680" cy="0"/>
          </a:xfrm>
          <a:custGeom>
            <a:avLst/>
            <a:gdLst/>
            <a:ahLst/>
            <a:rect l="0" t="0" r="r" b="b"/>
            <a:pathLst>
              <a:path w="9163" h="0">
                <a:moveTo>
                  <a:pt x="0" y="0"/>
                </a:moveTo>
                <a:lnTo>
                  <a:pt x="9163" y="0"/>
                </a:lnTo>
                <a:lnTo>
                  <a:pt x="0" y="0"/>
                </a:lnTo>
                <a:close/>
              </a:path>
            </a:pathLst>
          </a:custGeom>
          <a:solidFill>
            <a:srgbClr val="8a343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/>
          <p:nvPr/>
        </p:nvSpPr>
        <p:spPr>
          <a:xfrm>
            <a:off x="1230480" y="888120"/>
            <a:ext cx="3298680" cy="360"/>
          </a:xfrm>
          <a:custGeom>
            <a:avLst/>
            <a:gdLst/>
            <a:ahLst/>
            <a:rect l="0" t="0" r="r" b="b"/>
            <a:pathLst>
              <a:path w="9163" h="1">
                <a:moveTo>
                  <a:pt x="0" y="0"/>
                </a:moveTo>
                <a:lnTo>
                  <a:pt x="9163" y="0"/>
                </a:lnTo>
                <a:lnTo>
                  <a:pt x="916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932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/>
          <p:nvPr/>
        </p:nvSpPr>
        <p:spPr>
          <a:xfrm>
            <a:off x="1230480" y="888120"/>
            <a:ext cx="3298680" cy="0"/>
          </a:xfrm>
          <a:custGeom>
            <a:avLst/>
            <a:gdLst/>
            <a:ahLst/>
            <a:rect l="0" t="0" r="r" b="b"/>
            <a:pathLst>
              <a:path w="9163" h="0">
                <a:moveTo>
                  <a:pt x="0" y="0"/>
                </a:moveTo>
                <a:lnTo>
                  <a:pt x="9163" y="0"/>
                </a:lnTo>
                <a:lnTo>
                  <a:pt x="0" y="0"/>
                </a:lnTo>
                <a:close/>
              </a:path>
            </a:pathLst>
          </a:custGeom>
          <a:solidFill>
            <a:srgbClr val="88303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/>
          <p:nvPr/>
        </p:nvSpPr>
        <p:spPr>
          <a:xfrm>
            <a:off x="1230480" y="887760"/>
            <a:ext cx="3298680" cy="360"/>
          </a:xfrm>
          <a:custGeom>
            <a:avLst/>
            <a:gdLst/>
            <a:ahLst/>
            <a:rect l="0" t="0" r="r" b="b"/>
            <a:pathLst>
              <a:path w="9163" h="1">
                <a:moveTo>
                  <a:pt x="0" y="0"/>
                </a:moveTo>
                <a:lnTo>
                  <a:pt x="9163" y="0"/>
                </a:lnTo>
                <a:lnTo>
                  <a:pt x="916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72e3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1230480" y="887760"/>
            <a:ext cx="3298680" cy="0"/>
          </a:xfrm>
          <a:custGeom>
            <a:avLst/>
            <a:gdLst/>
            <a:ahLst/>
            <a:rect l="0" t="0" r="r" b="b"/>
            <a:pathLst>
              <a:path w="9163" h="0">
                <a:moveTo>
                  <a:pt x="0" y="0"/>
                </a:moveTo>
                <a:lnTo>
                  <a:pt x="9163" y="0"/>
                </a:lnTo>
                <a:lnTo>
                  <a:pt x="0" y="0"/>
                </a:lnTo>
                <a:close/>
              </a:path>
            </a:pathLst>
          </a:custGeom>
          <a:solidFill>
            <a:srgbClr val="862c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/>
          <p:nvPr/>
        </p:nvSpPr>
        <p:spPr>
          <a:xfrm>
            <a:off x="1230480" y="887400"/>
            <a:ext cx="3298680" cy="360"/>
          </a:xfrm>
          <a:custGeom>
            <a:avLst/>
            <a:gdLst/>
            <a:ahLst/>
            <a:rect l="0" t="0" r="r" b="b"/>
            <a:pathLst>
              <a:path w="9163" h="1">
                <a:moveTo>
                  <a:pt x="0" y="0"/>
                </a:moveTo>
                <a:lnTo>
                  <a:pt x="9163" y="0"/>
                </a:lnTo>
                <a:lnTo>
                  <a:pt x="916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42a2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/>
          <p:nvPr/>
        </p:nvSpPr>
        <p:spPr>
          <a:xfrm>
            <a:off x="1230480" y="887040"/>
            <a:ext cx="3298680" cy="360"/>
          </a:xfrm>
          <a:custGeom>
            <a:avLst/>
            <a:gdLst/>
            <a:ahLst/>
            <a:rect l="0" t="0" r="r" b="b"/>
            <a:pathLst>
              <a:path w="9163" h="1">
                <a:moveTo>
                  <a:pt x="0" y="0"/>
                </a:moveTo>
                <a:lnTo>
                  <a:pt x="9163" y="0"/>
                </a:lnTo>
                <a:lnTo>
                  <a:pt x="916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3282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>
            <a:off x="1230480" y="887040"/>
            <a:ext cx="3298680" cy="0"/>
          </a:xfrm>
          <a:custGeom>
            <a:avLst/>
            <a:gdLst/>
            <a:ahLst/>
            <a:rect l="0" t="0" r="r" b="b"/>
            <a:pathLst>
              <a:path w="9163" h="0">
                <a:moveTo>
                  <a:pt x="0" y="0"/>
                </a:moveTo>
                <a:lnTo>
                  <a:pt x="9163" y="0"/>
                </a:lnTo>
                <a:lnTo>
                  <a:pt x="0" y="0"/>
                </a:lnTo>
                <a:close/>
              </a:path>
            </a:pathLst>
          </a:custGeom>
          <a:solidFill>
            <a:srgbClr val="8226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/>
          <p:nvPr/>
        </p:nvSpPr>
        <p:spPr>
          <a:xfrm>
            <a:off x="1230480" y="886680"/>
            <a:ext cx="3298680" cy="360"/>
          </a:xfrm>
          <a:custGeom>
            <a:avLst/>
            <a:gdLst/>
            <a:ahLst/>
            <a:rect l="0" t="0" r="r" b="b"/>
            <a:pathLst>
              <a:path w="9163" h="1">
                <a:moveTo>
                  <a:pt x="0" y="0"/>
                </a:moveTo>
                <a:lnTo>
                  <a:pt x="9163" y="0"/>
                </a:lnTo>
                <a:lnTo>
                  <a:pt x="916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1242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/>
          <p:nvPr/>
        </p:nvSpPr>
        <p:spPr>
          <a:xfrm>
            <a:off x="1230480" y="886680"/>
            <a:ext cx="3298680" cy="0"/>
          </a:xfrm>
          <a:custGeom>
            <a:avLst/>
            <a:gdLst/>
            <a:ahLst/>
            <a:rect l="0" t="0" r="r" b="b"/>
            <a:pathLst>
              <a:path w="9163" h="0">
                <a:moveTo>
                  <a:pt x="0" y="0"/>
                </a:moveTo>
                <a:lnTo>
                  <a:pt x="9163" y="0"/>
                </a:lnTo>
                <a:lnTo>
                  <a:pt x="0" y="0"/>
                </a:lnTo>
                <a:close/>
              </a:path>
            </a:pathLst>
          </a:custGeom>
          <a:solidFill>
            <a:srgbClr val="80232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/>
          <p:nvPr/>
        </p:nvSpPr>
        <p:spPr>
          <a:xfrm>
            <a:off x="1230480" y="886320"/>
            <a:ext cx="3298680" cy="360"/>
          </a:xfrm>
          <a:custGeom>
            <a:avLst/>
            <a:gdLst/>
            <a:ahLst/>
            <a:rect l="0" t="0" r="r" b="b"/>
            <a:pathLst>
              <a:path w="9163" h="1">
                <a:moveTo>
                  <a:pt x="0" y="0"/>
                </a:moveTo>
                <a:lnTo>
                  <a:pt x="9163" y="0"/>
                </a:lnTo>
                <a:lnTo>
                  <a:pt x="916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f212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1230480" y="886320"/>
            <a:ext cx="3298680" cy="0"/>
          </a:xfrm>
          <a:custGeom>
            <a:avLst/>
            <a:gdLst/>
            <a:ahLst/>
            <a:rect l="0" t="0" r="r" b="b"/>
            <a:pathLst>
              <a:path w="9163" h="0">
                <a:moveTo>
                  <a:pt x="0" y="0"/>
                </a:moveTo>
                <a:lnTo>
                  <a:pt x="9163" y="0"/>
                </a:lnTo>
                <a:lnTo>
                  <a:pt x="0" y="0"/>
                </a:lnTo>
                <a:close/>
              </a:path>
            </a:pathLst>
          </a:custGeom>
          <a:solidFill>
            <a:srgbClr val="7e1f2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1230480" y="885960"/>
            <a:ext cx="3298680" cy="360"/>
          </a:xfrm>
          <a:custGeom>
            <a:avLst/>
            <a:gdLst/>
            <a:ahLst/>
            <a:rect l="0" t="0" r="r" b="b"/>
            <a:pathLst>
              <a:path w="9163" h="1">
                <a:moveTo>
                  <a:pt x="0" y="0"/>
                </a:moveTo>
                <a:lnTo>
                  <a:pt x="9163" y="0"/>
                </a:lnTo>
                <a:lnTo>
                  <a:pt x="916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d1d1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>
            <a:off x="1230480" y="885960"/>
            <a:ext cx="3298680" cy="0"/>
          </a:xfrm>
          <a:custGeom>
            <a:avLst/>
            <a:gdLst/>
            <a:ahLst/>
            <a:rect l="0" t="0" r="r" b="b"/>
            <a:pathLst>
              <a:path w="9163" h="0">
                <a:moveTo>
                  <a:pt x="0" y="0"/>
                </a:moveTo>
                <a:lnTo>
                  <a:pt x="9163" y="0"/>
                </a:lnTo>
                <a:lnTo>
                  <a:pt x="0" y="0"/>
                </a:lnTo>
                <a:close/>
              </a:path>
            </a:pathLst>
          </a:custGeom>
          <a:solidFill>
            <a:srgbClr val="7b1b1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/>
          <p:nvPr/>
        </p:nvSpPr>
        <p:spPr>
          <a:xfrm>
            <a:off x="1230480" y="885600"/>
            <a:ext cx="3298680" cy="360"/>
          </a:xfrm>
          <a:custGeom>
            <a:avLst/>
            <a:gdLst/>
            <a:ahLst/>
            <a:rect l="0" t="0" r="r" b="b"/>
            <a:pathLst>
              <a:path w="9163" h="1">
                <a:moveTo>
                  <a:pt x="0" y="0"/>
                </a:moveTo>
                <a:lnTo>
                  <a:pt x="9163" y="0"/>
                </a:lnTo>
                <a:lnTo>
                  <a:pt x="916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a191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/>
          <p:nvPr/>
        </p:nvSpPr>
        <p:spPr>
          <a:xfrm>
            <a:off x="1230480" y="885600"/>
            <a:ext cx="3298680" cy="0"/>
          </a:xfrm>
          <a:custGeom>
            <a:avLst/>
            <a:gdLst/>
            <a:ahLst/>
            <a:rect l="0" t="0" r="r" b="b"/>
            <a:pathLst>
              <a:path w="9163" h="0">
                <a:moveTo>
                  <a:pt x="0" y="0"/>
                </a:moveTo>
                <a:lnTo>
                  <a:pt x="9163" y="0"/>
                </a:lnTo>
                <a:lnTo>
                  <a:pt x="0" y="0"/>
                </a:lnTo>
                <a:close/>
              </a:path>
            </a:pathLst>
          </a:custGeom>
          <a:solidFill>
            <a:srgbClr val="79171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/>
          <p:nvPr/>
        </p:nvSpPr>
        <p:spPr>
          <a:xfrm>
            <a:off x="1230480" y="885240"/>
            <a:ext cx="3298680" cy="360"/>
          </a:xfrm>
          <a:custGeom>
            <a:avLst/>
            <a:gdLst/>
            <a:ahLst/>
            <a:rect l="0" t="0" r="r" b="b"/>
            <a:pathLst>
              <a:path w="9163" h="1">
                <a:moveTo>
                  <a:pt x="0" y="0"/>
                </a:moveTo>
                <a:lnTo>
                  <a:pt x="9163" y="0"/>
                </a:lnTo>
                <a:lnTo>
                  <a:pt x="916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8151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/>
          <p:nvPr/>
        </p:nvSpPr>
        <p:spPr>
          <a:xfrm>
            <a:off x="1230480" y="884880"/>
            <a:ext cx="3298680" cy="360"/>
          </a:xfrm>
          <a:custGeom>
            <a:avLst/>
            <a:gdLst/>
            <a:ahLst/>
            <a:rect l="0" t="0" r="r" b="b"/>
            <a:pathLst>
              <a:path w="9163" h="1">
                <a:moveTo>
                  <a:pt x="0" y="0"/>
                </a:moveTo>
                <a:lnTo>
                  <a:pt x="9163" y="0"/>
                </a:lnTo>
                <a:lnTo>
                  <a:pt x="916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7131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/>
          <p:nvPr/>
        </p:nvSpPr>
        <p:spPr>
          <a:xfrm>
            <a:off x="1230480" y="884880"/>
            <a:ext cx="3298680" cy="0"/>
          </a:xfrm>
          <a:custGeom>
            <a:avLst/>
            <a:gdLst/>
            <a:ahLst/>
            <a:rect l="0" t="0" r="r" b="b"/>
            <a:pathLst>
              <a:path w="9163" h="0">
                <a:moveTo>
                  <a:pt x="0" y="0"/>
                </a:moveTo>
                <a:lnTo>
                  <a:pt x="9163" y="0"/>
                </a:lnTo>
                <a:lnTo>
                  <a:pt x="0" y="0"/>
                </a:lnTo>
                <a:close/>
              </a:path>
            </a:pathLst>
          </a:custGeom>
          <a:solidFill>
            <a:srgbClr val="76111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/>
          <p:nvPr/>
        </p:nvSpPr>
        <p:spPr>
          <a:xfrm>
            <a:off x="1230480" y="884520"/>
            <a:ext cx="3298680" cy="360"/>
          </a:xfrm>
          <a:custGeom>
            <a:avLst/>
            <a:gdLst/>
            <a:ahLst/>
            <a:rect l="0" t="0" r="r" b="b"/>
            <a:pathLst>
              <a:path w="9163" h="1">
                <a:moveTo>
                  <a:pt x="0" y="0"/>
                </a:moveTo>
                <a:lnTo>
                  <a:pt x="9163" y="0"/>
                </a:lnTo>
                <a:lnTo>
                  <a:pt x="916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50f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/>
          <p:nvPr/>
        </p:nvSpPr>
        <p:spPr>
          <a:xfrm>
            <a:off x="1230480" y="884520"/>
            <a:ext cx="3298680" cy="0"/>
          </a:xfrm>
          <a:custGeom>
            <a:avLst/>
            <a:gdLst/>
            <a:ahLst/>
            <a:rect l="0" t="0" r="r" b="b"/>
            <a:pathLst>
              <a:path w="9163" h="0">
                <a:moveTo>
                  <a:pt x="0" y="0"/>
                </a:moveTo>
                <a:lnTo>
                  <a:pt x="9163" y="0"/>
                </a:lnTo>
                <a:lnTo>
                  <a:pt x="0" y="0"/>
                </a:lnTo>
                <a:close/>
              </a:path>
            </a:pathLst>
          </a:custGeom>
          <a:solidFill>
            <a:srgbClr val="740d0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/>
          <p:nvPr/>
        </p:nvSpPr>
        <p:spPr>
          <a:xfrm>
            <a:off x="1230480" y="884160"/>
            <a:ext cx="3298680" cy="360"/>
          </a:xfrm>
          <a:custGeom>
            <a:avLst/>
            <a:gdLst/>
            <a:ahLst/>
            <a:rect l="0" t="0" r="r" b="b"/>
            <a:pathLst>
              <a:path w="9163" h="1">
                <a:moveTo>
                  <a:pt x="0" y="0"/>
                </a:moveTo>
                <a:lnTo>
                  <a:pt x="9163" y="0"/>
                </a:lnTo>
                <a:lnTo>
                  <a:pt x="916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20b0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/>
          <p:nvPr/>
        </p:nvSpPr>
        <p:spPr>
          <a:xfrm>
            <a:off x="1230480" y="884160"/>
            <a:ext cx="3298680" cy="0"/>
          </a:xfrm>
          <a:custGeom>
            <a:avLst/>
            <a:gdLst/>
            <a:ahLst/>
            <a:rect l="0" t="0" r="r" b="b"/>
            <a:pathLst>
              <a:path w="9163" h="0">
                <a:moveTo>
                  <a:pt x="0" y="0"/>
                </a:moveTo>
                <a:lnTo>
                  <a:pt x="9163" y="0"/>
                </a:lnTo>
                <a:lnTo>
                  <a:pt x="0" y="0"/>
                </a:lnTo>
                <a:close/>
              </a:path>
            </a:pathLst>
          </a:custGeom>
          <a:solidFill>
            <a:srgbClr val="71090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/>
          <p:nvPr/>
        </p:nvSpPr>
        <p:spPr>
          <a:xfrm>
            <a:off x="1230480" y="883800"/>
            <a:ext cx="3298680" cy="360"/>
          </a:xfrm>
          <a:custGeom>
            <a:avLst/>
            <a:gdLst/>
            <a:ahLst/>
            <a:rect l="0" t="0" r="r" b="b"/>
            <a:pathLst>
              <a:path w="9163" h="1">
                <a:moveTo>
                  <a:pt x="0" y="0"/>
                </a:moveTo>
                <a:lnTo>
                  <a:pt x="9163" y="0"/>
                </a:lnTo>
                <a:lnTo>
                  <a:pt x="916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0070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/>
          <p:nvPr/>
        </p:nvSpPr>
        <p:spPr>
          <a:xfrm>
            <a:off x="1230480" y="883800"/>
            <a:ext cx="3298680" cy="0"/>
          </a:xfrm>
          <a:custGeom>
            <a:avLst/>
            <a:gdLst/>
            <a:ahLst/>
            <a:rect l="0" t="0" r="r" b="b"/>
            <a:pathLst>
              <a:path w="9163" h="0">
                <a:moveTo>
                  <a:pt x="0" y="0"/>
                </a:moveTo>
                <a:lnTo>
                  <a:pt x="9163" y="0"/>
                </a:lnTo>
                <a:lnTo>
                  <a:pt x="0" y="0"/>
                </a:lnTo>
                <a:close/>
              </a:path>
            </a:pathLst>
          </a:custGeom>
          <a:solidFill>
            <a:srgbClr val="6f05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/>
          <p:nvPr/>
        </p:nvSpPr>
        <p:spPr>
          <a:xfrm>
            <a:off x="1230480" y="928080"/>
            <a:ext cx="3299040" cy="1982520"/>
          </a:xfrm>
          <a:custGeom>
            <a:avLst/>
            <a:gdLst/>
            <a:ahLst/>
            <a:rect l="0" t="0" r="r" b="b"/>
            <a:pathLst>
              <a:path w="9164" h="5507">
                <a:moveTo>
                  <a:pt x="0" y="5366"/>
                </a:moveTo>
                <a:cubicBezTo>
                  <a:pt x="0" y="5443"/>
                  <a:pt x="64" y="5507"/>
                  <a:pt x="141" y="5507"/>
                </a:cubicBezTo>
                <a:lnTo>
                  <a:pt x="9023" y="5507"/>
                </a:lnTo>
                <a:cubicBezTo>
                  <a:pt x="9100" y="5507"/>
                  <a:pt x="9164" y="5443"/>
                  <a:pt x="9164" y="5366"/>
                </a:cubicBezTo>
                <a:lnTo>
                  <a:pt x="9164" y="0"/>
                </a:lnTo>
                <a:lnTo>
                  <a:pt x="0" y="0"/>
                </a:lnTo>
                <a:lnTo>
                  <a:pt x="0" y="536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90" name=""/>
          <p:cNvPicPr/>
          <p:nvPr/>
        </p:nvPicPr>
        <p:blipFill>
          <a:blip r:embed="rId2"/>
          <a:stretch/>
        </p:blipFill>
        <p:spPr>
          <a:xfrm>
            <a:off x="1281600" y="953280"/>
            <a:ext cx="3196440" cy="179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1" name=""/>
          <p:cNvSpPr txBox="1"/>
          <p:nvPr/>
        </p:nvSpPr>
        <p:spPr>
          <a:xfrm>
            <a:off x="2538000" y="723600"/>
            <a:ext cx="685440" cy="14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GB" sz="103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Test Image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/>
          <p:nvPr/>
        </p:nvSpPr>
        <p:spPr>
          <a:xfrm>
            <a:off x="0" y="3147840"/>
            <a:ext cx="5760000" cy="92160"/>
          </a:xfrm>
          <a:custGeom>
            <a:avLst/>
            <a:gdLst/>
            <a:ahLst/>
            <a:rect l="0" t="0" r="r" b="b"/>
            <a:pathLst>
              <a:path w="16000" h="256">
                <a:moveTo>
                  <a:pt x="0" y="0"/>
                </a:moveTo>
                <a:lnTo>
                  <a:pt x="16000" y="0"/>
                </a:lnTo>
                <a:lnTo>
                  <a:pt x="16000" y="256"/>
                </a:lnTo>
                <a:lnTo>
                  <a:pt x="0" y="256"/>
                </a:lnTo>
                <a:lnTo>
                  <a:pt x="0" y="0"/>
                </a:lnTo>
                <a:close/>
              </a:path>
            </a:pathLst>
          </a:custGeom>
          <a:solidFill>
            <a:srgbClr val="dfb5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2599560" y="2785680"/>
            <a:ext cx="558000" cy="8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GB" sz="570" b="0" u="none" strike="noStrike">
                <a:solidFill>
                  <a:srgbClr val="be6a6c"/>
                </a:solidFill>
                <a:effectLst/>
                <a:uFillTx/>
                <a:latin typeface="Arial"/>
                <a:ea typeface="Arial"/>
              </a:rPr>
              <a:t>[Hu TVCG(2024)]</a:t>
            </a:r>
            <a:endParaRPr lang="en-GB" sz="5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 txBox="1"/>
          <p:nvPr/>
        </p:nvSpPr>
        <p:spPr>
          <a:xfrm>
            <a:off x="5492880" y="3151800"/>
            <a:ext cx="100440" cy="8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GB" sz="57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4/8</a:t>
            </a:r>
            <a:endParaRPr lang="en-GB" sz="5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"/>
          <p:cNvSpPr/>
          <p:nvPr/>
        </p:nvSpPr>
        <p:spPr>
          <a:xfrm>
            <a:off x="0" y="0"/>
            <a:ext cx="5760000" cy="322560"/>
          </a:xfrm>
          <a:custGeom>
            <a:avLst/>
            <a:gdLst/>
            <a:ahLst/>
            <a:rect l="0" t="0" r="r" b="b"/>
            <a:pathLst>
              <a:path w="16000" h="896">
                <a:moveTo>
                  <a:pt x="0" y="0"/>
                </a:moveTo>
                <a:lnTo>
                  <a:pt x="16000" y="0"/>
                </a:lnTo>
                <a:lnTo>
                  <a:pt x="16000" y="896"/>
                </a:lnTo>
                <a:lnTo>
                  <a:pt x="0" y="896"/>
                </a:lnTo>
                <a:lnTo>
                  <a:pt x="0" y="0"/>
                </a:lnTo>
                <a:close/>
              </a:path>
            </a:pathLst>
          </a:custGeom>
          <a:solidFill>
            <a:srgbClr val="9407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96" name=""/>
          <p:cNvPicPr/>
          <p:nvPr/>
        </p:nvPicPr>
        <p:blipFill>
          <a:blip r:embed="rId1"/>
          <a:stretch/>
        </p:blipFill>
        <p:spPr>
          <a:xfrm>
            <a:off x="4798080" y="46080"/>
            <a:ext cx="841320" cy="235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7" name=""/>
          <p:cNvSpPr txBox="1"/>
          <p:nvPr/>
        </p:nvSpPr>
        <p:spPr>
          <a:xfrm>
            <a:off x="108000" y="76680"/>
            <a:ext cx="106776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GB" sz="113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Section Name 2</a:t>
            </a:r>
            <a:endParaRPr lang="en-GB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/>
          <p:nvPr/>
        </p:nvSpPr>
        <p:spPr>
          <a:xfrm>
            <a:off x="270720" y="711360"/>
            <a:ext cx="2499480" cy="185400"/>
          </a:xfrm>
          <a:custGeom>
            <a:avLst/>
            <a:gdLst/>
            <a:ahLst/>
            <a:rect l="0" t="0" r="r" b="b"/>
            <a:pathLst>
              <a:path w="6943" h="515">
                <a:moveTo>
                  <a:pt x="0" y="141"/>
                </a:moveTo>
                <a:cubicBezTo>
                  <a:pt x="0" y="63"/>
                  <a:pt x="63" y="0"/>
                  <a:pt x="141" y="0"/>
                </a:cubicBezTo>
                <a:lnTo>
                  <a:pt x="6802" y="0"/>
                </a:lnTo>
                <a:cubicBezTo>
                  <a:pt x="6880" y="0"/>
                  <a:pt x="6943" y="63"/>
                  <a:pt x="6943" y="141"/>
                </a:cubicBezTo>
                <a:lnTo>
                  <a:pt x="6943" y="515"/>
                </a:lnTo>
                <a:lnTo>
                  <a:pt x="0" y="515"/>
                </a:lnTo>
                <a:lnTo>
                  <a:pt x="0" y="141"/>
                </a:lnTo>
                <a:close/>
              </a:path>
            </a:pathLst>
          </a:custGeom>
          <a:solidFill>
            <a:srgbClr val="6f05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2753640" y="348840"/>
            <a:ext cx="248400" cy="14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GB" sz="1030" b="0" u="none" strike="noStrike">
                <a:solidFill>
                  <a:srgbClr val="c00000"/>
                </a:solidFill>
                <a:effectLst/>
                <a:uFillTx/>
                <a:latin typeface="Arial"/>
                <a:ea typeface="Arial"/>
              </a:rPr>
              <a:t>Title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/>
          <p:nvPr/>
        </p:nvSpPr>
        <p:spPr>
          <a:xfrm>
            <a:off x="270720" y="909000"/>
            <a:ext cx="2499480" cy="25560"/>
          </a:xfrm>
          <a:custGeom>
            <a:avLst/>
            <a:gdLst/>
            <a:ahLst/>
            <a:rect l="0" t="0" r="r" b="b"/>
            <a:pathLst>
              <a:path w="6943" h="71">
                <a:moveTo>
                  <a:pt x="0" y="0"/>
                </a:moveTo>
                <a:lnTo>
                  <a:pt x="6943" y="0"/>
                </a:lnTo>
                <a:lnTo>
                  <a:pt x="6943" y="71"/>
                </a:lnTo>
                <a:lnTo>
                  <a:pt x="0" y="7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/>
          <p:nvPr/>
        </p:nvSpPr>
        <p:spPr>
          <a:xfrm>
            <a:off x="270720" y="90864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efd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/>
          <p:nvPr/>
        </p:nvSpPr>
        <p:spPr>
          <a:xfrm>
            <a:off x="270720" y="90864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fdfb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/>
          <p:nvPr/>
        </p:nvSpPr>
        <p:spPr>
          <a:xfrm>
            <a:off x="270720" y="90828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cf9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/>
          <p:nvPr/>
        </p:nvSpPr>
        <p:spPr>
          <a:xfrm>
            <a:off x="270720" y="90828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fbf7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/>
          <p:nvPr/>
        </p:nvSpPr>
        <p:spPr>
          <a:xfrm>
            <a:off x="270720" y="90792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9f5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/>
          <p:nvPr/>
        </p:nvSpPr>
        <p:spPr>
          <a:xfrm>
            <a:off x="270720" y="90792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f8f3f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/>
          <p:nvPr/>
        </p:nvSpPr>
        <p:spPr>
          <a:xfrm>
            <a:off x="270720" y="90756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7f1f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/>
          <p:nvPr/>
        </p:nvSpPr>
        <p:spPr>
          <a:xfrm>
            <a:off x="270720" y="90720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6ef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/>
          <p:nvPr/>
        </p:nvSpPr>
        <p:spPr>
          <a:xfrm>
            <a:off x="270720" y="90720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f5ed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/>
          <p:nvPr/>
        </p:nvSpPr>
        <p:spPr>
          <a:xfrm>
            <a:off x="270720" y="90684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4eb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/>
          <p:nvPr/>
        </p:nvSpPr>
        <p:spPr>
          <a:xfrm>
            <a:off x="270720" y="90684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f3eae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/>
          <p:nvPr/>
        </p:nvSpPr>
        <p:spPr>
          <a:xfrm>
            <a:off x="270720" y="90648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2e8e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/>
          <p:nvPr/>
        </p:nvSpPr>
        <p:spPr>
          <a:xfrm>
            <a:off x="270720" y="90648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f0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/>
          <p:nvPr/>
        </p:nvSpPr>
        <p:spPr>
          <a:xfrm>
            <a:off x="270720" y="90612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fe4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/>
          <p:nvPr/>
        </p:nvSpPr>
        <p:spPr>
          <a:xfrm>
            <a:off x="270720" y="90612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eee2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/>
          <p:nvPr/>
        </p:nvSpPr>
        <p:spPr>
          <a:xfrm>
            <a:off x="270720" y="90576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de0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/>
          <p:nvPr/>
        </p:nvSpPr>
        <p:spPr>
          <a:xfrm>
            <a:off x="270720" y="90576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ecde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/>
          <p:nvPr/>
        </p:nvSpPr>
        <p:spPr>
          <a:xfrm>
            <a:off x="270720" y="90540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bdc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/>
          <p:nvPr/>
        </p:nvSpPr>
        <p:spPr>
          <a:xfrm>
            <a:off x="270720" y="90504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ada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/>
          <p:nvPr/>
        </p:nvSpPr>
        <p:spPr>
          <a:xfrm>
            <a:off x="270720" y="90504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e9d8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/>
          <p:nvPr/>
        </p:nvSpPr>
        <p:spPr>
          <a:xfrm>
            <a:off x="270720" y="90468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7d6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/>
          <p:nvPr/>
        </p:nvSpPr>
        <p:spPr>
          <a:xfrm>
            <a:off x="270720" y="90468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e6d4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/>
          <p:nvPr/>
        </p:nvSpPr>
        <p:spPr>
          <a:xfrm>
            <a:off x="270720" y="90432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5d2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/>
          <p:nvPr/>
        </p:nvSpPr>
        <p:spPr>
          <a:xfrm>
            <a:off x="270720" y="90432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e4d0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/>
          <p:nvPr/>
        </p:nvSpPr>
        <p:spPr>
          <a:xfrm>
            <a:off x="270720" y="90396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3ce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/>
          <p:nvPr/>
        </p:nvSpPr>
        <p:spPr>
          <a:xfrm>
            <a:off x="270720" y="90396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cc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/>
          <p:nvPr/>
        </p:nvSpPr>
        <p:spPr>
          <a:xfrm>
            <a:off x="270720" y="90360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1ca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"/>
          <p:cNvSpPr/>
          <p:nvPr/>
        </p:nvSpPr>
        <p:spPr>
          <a:xfrm>
            <a:off x="270720" y="90360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e0c8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/>
          <p:nvPr/>
        </p:nvSpPr>
        <p:spPr>
          <a:xfrm>
            <a:off x="270720" y="90324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ec6c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/>
          <p:nvPr/>
        </p:nvSpPr>
        <p:spPr>
          <a:xfrm>
            <a:off x="270720" y="90288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dc4c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/>
          <p:nvPr/>
        </p:nvSpPr>
        <p:spPr>
          <a:xfrm>
            <a:off x="270720" y="90288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dcc3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/>
          <p:nvPr/>
        </p:nvSpPr>
        <p:spPr>
          <a:xfrm>
            <a:off x="270720" y="90252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bc1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/>
          <p:nvPr/>
        </p:nvSpPr>
        <p:spPr>
          <a:xfrm>
            <a:off x="270720" y="90252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dabfb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/>
          <p:nvPr/>
        </p:nvSpPr>
        <p:spPr>
          <a:xfrm>
            <a:off x="270720" y="90216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9bdb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/>
          <p:nvPr/>
        </p:nvSpPr>
        <p:spPr>
          <a:xfrm>
            <a:off x="270720" y="90216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d8bbb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/>
          <p:nvPr/>
        </p:nvSpPr>
        <p:spPr>
          <a:xfrm>
            <a:off x="270720" y="90180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7b9b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/>
          <p:nvPr/>
        </p:nvSpPr>
        <p:spPr>
          <a:xfrm>
            <a:off x="270720" y="90180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d5b7b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/>
          <p:nvPr/>
        </p:nvSpPr>
        <p:spPr>
          <a:xfrm>
            <a:off x="270720" y="90144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4b5b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/>
          <p:nvPr/>
        </p:nvSpPr>
        <p:spPr>
          <a:xfrm>
            <a:off x="270720" y="90108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3b3b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/>
          <p:nvPr/>
        </p:nvSpPr>
        <p:spPr>
          <a:xfrm>
            <a:off x="270720" y="90108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d2b1b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/>
          <p:nvPr/>
        </p:nvSpPr>
        <p:spPr>
          <a:xfrm>
            <a:off x="270720" y="90072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1afb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/>
          <p:nvPr/>
        </p:nvSpPr>
        <p:spPr>
          <a:xfrm>
            <a:off x="270720" y="90072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d0ada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"/>
          <p:cNvSpPr/>
          <p:nvPr/>
        </p:nvSpPr>
        <p:spPr>
          <a:xfrm>
            <a:off x="270720" y="90036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faba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"/>
          <p:cNvSpPr/>
          <p:nvPr/>
        </p:nvSpPr>
        <p:spPr>
          <a:xfrm>
            <a:off x="270720" y="90036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cea9a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"/>
          <p:cNvSpPr/>
          <p:nvPr/>
        </p:nvSpPr>
        <p:spPr>
          <a:xfrm>
            <a:off x="270720" y="90000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ca7a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"/>
          <p:cNvSpPr/>
          <p:nvPr/>
        </p:nvSpPr>
        <p:spPr>
          <a:xfrm>
            <a:off x="270720" y="90000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cba5a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/>
          <p:nvPr/>
        </p:nvSpPr>
        <p:spPr>
          <a:xfrm>
            <a:off x="270720" y="89964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aa3a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/>
          <p:nvPr/>
        </p:nvSpPr>
        <p:spPr>
          <a:xfrm>
            <a:off x="270720" y="89964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c9a1a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/>
          <p:nvPr/>
        </p:nvSpPr>
        <p:spPr>
          <a:xfrm>
            <a:off x="270720" y="89928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89fa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/>
          <p:nvPr/>
        </p:nvSpPr>
        <p:spPr>
          <a:xfrm>
            <a:off x="270720" y="89892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79d9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/>
          <p:nvPr/>
        </p:nvSpPr>
        <p:spPr>
          <a:xfrm>
            <a:off x="270720" y="89892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c69b9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"/>
          <p:cNvSpPr/>
          <p:nvPr/>
        </p:nvSpPr>
        <p:spPr>
          <a:xfrm>
            <a:off x="270720" y="89856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59a9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/>
          <p:nvPr/>
        </p:nvSpPr>
        <p:spPr>
          <a:xfrm>
            <a:off x="270720" y="89856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c3989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/>
          <p:nvPr/>
        </p:nvSpPr>
        <p:spPr>
          <a:xfrm>
            <a:off x="270720" y="89820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2969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/>
          <p:nvPr/>
        </p:nvSpPr>
        <p:spPr>
          <a:xfrm>
            <a:off x="270720" y="89820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c1949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"/>
          <p:cNvSpPr/>
          <p:nvPr/>
        </p:nvSpPr>
        <p:spPr>
          <a:xfrm>
            <a:off x="270720" y="89784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0929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"/>
          <p:cNvSpPr/>
          <p:nvPr/>
        </p:nvSpPr>
        <p:spPr>
          <a:xfrm>
            <a:off x="270720" y="89784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bf909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"/>
          <p:cNvSpPr/>
          <p:nvPr/>
        </p:nvSpPr>
        <p:spPr>
          <a:xfrm>
            <a:off x="270720" y="89748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e8e8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"/>
          <p:cNvSpPr/>
          <p:nvPr/>
        </p:nvSpPr>
        <p:spPr>
          <a:xfrm>
            <a:off x="270720" y="89712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d8c8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"/>
          <p:cNvSpPr/>
          <p:nvPr/>
        </p:nvSpPr>
        <p:spPr>
          <a:xfrm>
            <a:off x="270720" y="89712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bc8a8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"/>
          <p:cNvSpPr/>
          <p:nvPr/>
        </p:nvSpPr>
        <p:spPr>
          <a:xfrm>
            <a:off x="270720" y="89676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a888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"/>
          <p:cNvSpPr/>
          <p:nvPr/>
        </p:nvSpPr>
        <p:spPr>
          <a:xfrm>
            <a:off x="270720" y="89676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b986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"/>
          <p:cNvSpPr/>
          <p:nvPr/>
        </p:nvSpPr>
        <p:spPr>
          <a:xfrm>
            <a:off x="270720" y="89640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8848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"/>
          <p:cNvSpPr/>
          <p:nvPr/>
        </p:nvSpPr>
        <p:spPr>
          <a:xfrm>
            <a:off x="270720" y="89640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b7828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"/>
          <p:cNvSpPr/>
          <p:nvPr/>
        </p:nvSpPr>
        <p:spPr>
          <a:xfrm>
            <a:off x="270720" y="89604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680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"/>
          <p:cNvSpPr/>
          <p:nvPr/>
        </p:nvSpPr>
        <p:spPr>
          <a:xfrm>
            <a:off x="270720" y="89604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b57e7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"/>
          <p:cNvSpPr/>
          <p:nvPr/>
        </p:nvSpPr>
        <p:spPr>
          <a:xfrm>
            <a:off x="270720" y="89568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47c7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"/>
          <p:cNvSpPr/>
          <p:nvPr/>
        </p:nvSpPr>
        <p:spPr>
          <a:xfrm>
            <a:off x="270720" y="89568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b37a7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"/>
          <p:cNvSpPr/>
          <p:nvPr/>
        </p:nvSpPr>
        <p:spPr>
          <a:xfrm>
            <a:off x="270720" y="89532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1787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"/>
          <p:cNvSpPr/>
          <p:nvPr/>
        </p:nvSpPr>
        <p:spPr>
          <a:xfrm>
            <a:off x="270720" y="89496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076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"/>
          <p:cNvSpPr/>
          <p:nvPr/>
        </p:nvSpPr>
        <p:spPr>
          <a:xfrm>
            <a:off x="270720" y="89496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af747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"/>
          <p:cNvSpPr/>
          <p:nvPr/>
        </p:nvSpPr>
        <p:spPr>
          <a:xfrm>
            <a:off x="270720" y="89460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e737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"/>
          <p:cNvSpPr/>
          <p:nvPr/>
        </p:nvSpPr>
        <p:spPr>
          <a:xfrm>
            <a:off x="270720" y="89460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ad717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"/>
          <p:cNvSpPr/>
          <p:nvPr/>
        </p:nvSpPr>
        <p:spPr>
          <a:xfrm>
            <a:off x="270720" y="89424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c6f7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"/>
          <p:cNvSpPr/>
          <p:nvPr/>
        </p:nvSpPr>
        <p:spPr>
          <a:xfrm>
            <a:off x="270720" y="89424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ab6d6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"/>
          <p:cNvSpPr/>
          <p:nvPr/>
        </p:nvSpPr>
        <p:spPr>
          <a:xfrm>
            <a:off x="270720" y="89388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a6b6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"/>
          <p:cNvSpPr/>
          <p:nvPr/>
        </p:nvSpPr>
        <p:spPr>
          <a:xfrm>
            <a:off x="270720" y="89388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a8696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"/>
          <p:cNvSpPr/>
          <p:nvPr/>
        </p:nvSpPr>
        <p:spPr>
          <a:xfrm>
            <a:off x="270720" y="89352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7676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"/>
          <p:cNvSpPr/>
          <p:nvPr/>
        </p:nvSpPr>
        <p:spPr>
          <a:xfrm>
            <a:off x="270720" y="89316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6656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"/>
          <p:cNvSpPr/>
          <p:nvPr/>
        </p:nvSpPr>
        <p:spPr>
          <a:xfrm>
            <a:off x="270720" y="89316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a563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"/>
          <p:cNvSpPr/>
          <p:nvPr/>
        </p:nvSpPr>
        <p:spPr>
          <a:xfrm>
            <a:off x="270720" y="89280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4616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"/>
          <p:cNvSpPr/>
          <p:nvPr/>
        </p:nvSpPr>
        <p:spPr>
          <a:xfrm>
            <a:off x="270720" y="89280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a35f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"/>
          <p:cNvSpPr/>
          <p:nvPr/>
        </p:nvSpPr>
        <p:spPr>
          <a:xfrm>
            <a:off x="270720" y="89244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25d5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"/>
          <p:cNvSpPr/>
          <p:nvPr/>
        </p:nvSpPr>
        <p:spPr>
          <a:xfrm>
            <a:off x="270720" y="89244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a15b5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"/>
          <p:cNvSpPr/>
          <p:nvPr/>
        </p:nvSpPr>
        <p:spPr>
          <a:xfrm>
            <a:off x="270720" y="89208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f595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"/>
          <p:cNvSpPr/>
          <p:nvPr/>
        </p:nvSpPr>
        <p:spPr>
          <a:xfrm>
            <a:off x="270720" y="89208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9e575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"/>
          <p:cNvSpPr/>
          <p:nvPr/>
        </p:nvSpPr>
        <p:spPr>
          <a:xfrm>
            <a:off x="270720" y="89172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d555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"/>
          <p:cNvSpPr/>
          <p:nvPr/>
        </p:nvSpPr>
        <p:spPr>
          <a:xfrm>
            <a:off x="270720" y="89172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9c535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"/>
          <p:cNvSpPr/>
          <p:nvPr/>
        </p:nvSpPr>
        <p:spPr>
          <a:xfrm>
            <a:off x="270720" y="89136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b515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"/>
          <p:cNvSpPr/>
          <p:nvPr/>
        </p:nvSpPr>
        <p:spPr>
          <a:xfrm>
            <a:off x="270720" y="89100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a4f5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"/>
          <p:cNvSpPr/>
          <p:nvPr/>
        </p:nvSpPr>
        <p:spPr>
          <a:xfrm>
            <a:off x="270720" y="89100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994d4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"/>
          <p:cNvSpPr/>
          <p:nvPr/>
        </p:nvSpPr>
        <p:spPr>
          <a:xfrm>
            <a:off x="270720" y="89064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84c4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"/>
          <p:cNvSpPr/>
          <p:nvPr/>
        </p:nvSpPr>
        <p:spPr>
          <a:xfrm>
            <a:off x="270720" y="89064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964a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"/>
          <p:cNvSpPr/>
          <p:nvPr/>
        </p:nvSpPr>
        <p:spPr>
          <a:xfrm>
            <a:off x="270720" y="89028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5484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"/>
          <p:cNvSpPr/>
          <p:nvPr/>
        </p:nvSpPr>
        <p:spPr>
          <a:xfrm>
            <a:off x="270720" y="89028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94464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"/>
          <p:cNvSpPr/>
          <p:nvPr/>
        </p:nvSpPr>
        <p:spPr>
          <a:xfrm>
            <a:off x="270720" y="88992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3444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"/>
          <p:cNvSpPr/>
          <p:nvPr/>
        </p:nvSpPr>
        <p:spPr>
          <a:xfrm>
            <a:off x="270720" y="88992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92424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"/>
          <p:cNvSpPr/>
          <p:nvPr/>
        </p:nvSpPr>
        <p:spPr>
          <a:xfrm>
            <a:off x="270720" y="88956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1404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"/>
          <p:cNvSpPr/>
          <p:nvPr/>
        </p:nvSpPr>
        <p:spPr>
          <a:xfrm>
            <a:off x="270720" y="88956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903e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"/>
          <p:cNvSpPr/>
          <p:nvPr/>
        </p:nvSpPr>
        <p:spPr>
          <a:xfrm>
            <a:off x="270720" y="88920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f3c3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"/>
          <p:cNvSpPr/>
          <p:nvPr/>
        </p:nvSpPr>
        <p:spPr>
          <a:xfrm>
            <a:off x="270720" y="88884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d3a3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"/>
          <p:cNvSpPr/>
          <p:nvPr/>
        </p:nvSpPr>
        <p:spPr>
          <a:xfrm>
            <a:off x="270720" y="88884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8c383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"/>
          <p:cNvSpPr/>
          <p:nvPr/>
        </p:nvSpPr>
        <p:spPr>
          <a:xfrm>
            <a:off x="270720" y="88848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b363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"/>
          <p:cNvSpPr/>
          <p:nvPr/>
        </p:nvSpPr>
        <p:spPr>
          <a:xfrm>
            <a:off x="270720" y="88848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8a343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"/>
          <p:cNvSpPr/>
          <p:nvPr/>
        </p:nvSpPr>
        <p:spPr>
          <a:xfrm>
            <a:off x="270720" y="88812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932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"/>
          <p:cNvSpPr/>
          <p:nvPr/>
        </p:nvSpPr>
        <p:spPr>
          <a:xfrm>
            <a:off x="270720" y="88812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88303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"/>
          <p:cNvSpPr/>
          <p:nvPr/>
        </p:nvSpPr>
        <p:spPr>
          <a:xfrm>
            <a:off x="270720" y="88776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72e3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"/>
          <p:cNvSpPr/>
          <p:nvPr/>
        </p:nvSpPr>
        <p:spPr>
          <a:xfrm>
            <a:off x="270720" y="88776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862c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"/>
          <p:cNvSpPr/>
          <p:nvPr/>
        </p:nvSpPr>
        <p:spPr>
          <a:xfrm>
            <a:off x="270720" y="88740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42a2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"/>
          <p:cNvSpPr/>
          <p:nvPr/>
        </p:nvSpPr>
        <p:spPr>
          <a:xfrm>
            <a:off x="270720" y="88704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3282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"/>
          <p:cNvSpPr/>
          <p:nvPr/>
        </p:nvSpPr>
        <p:spPr>
          <a:xfrm>
            <a:off x="270720" y="88704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8226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"/>
          <p:cNvSpPr/>
          <p:nvPr/>
        </p:nvSpPr>
        <p:spPr>
          <a:xfrm>
            <a:off x="270720" y="88668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1242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"/>
          <p:cNvSpPr/>
          <p:nvPr/>
        </p:nvSpPr>
        <p:spPr>
          <a:xfrm>
            <a:off x="270720" y="88668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80232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"/>
          <p:cNvSpPr/>
          <p:nvPr/>
        </p:nvSpPr>
        <p:spPr>
          <a:xfrm>
            <a:off x="270720" y="88632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f212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"/>
          <p:cNvSpPr/>
          <p:nvPr/>
        </p:nvSpPr>
        <p:spPr>
          <a:xfrm>
            <a:off x="270720" y="88632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7e1f2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"/>
          <p:cNvSpPr/>
          <p:nvPr/>
        </p:nvSpPr>
        <p:spPr>
          <a:xfrm>
            <a:off x="270720" y="88596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d1d1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"/>
          <p:cNvSpPr/>
          <p:nvPr/>
        </p:nvSpPr>
        <p:spPr>
          <a:xfrm>
            <a:off x="270720" y="88596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7b1b1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"/>
          <p:cNvSpPr/>
          <p:nvPr/>
        </p:nvSpPr>
        <p:spPr>
          <a:xfrm>
            <a:off x="270720" y="88560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a191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"/>
          <p:cNvSpPr/>
          <p:nvPr/>
        </p:nvSpPr>
        <p:spPr>
          <a:xfrm>
            <a:off x="270720" y="88560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79171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"/>
          <p:cNvSpPr/>
          <p:nvPr/>
        </p:nvSpPr>
        <p:spPr>
          <a:xfrm>
            <a:off x="270720" y="88524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8151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"/>
          <p:cNvSpPr/>
          <p:nvPr/>
        </p:nvSpPr>
        <p:spPr>
          <a:xfrm>
            <a:off x="270720" y="88488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7131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"/>
          <p:cNvSpPr/>
          <p:nvPr/>
        </p:nvSpPr>
        <p:spPr>
          <a:xfrm>
            <a:off x="270720" y="88488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76111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"/>
          <p:cNvSpPr/>
          <p:nvPr/>
        </p:nvSpPr>
        <p:spPr>
          <a:xfrm>
            <a:off x="270720" y="88452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50f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"/>
          <p:cNvSpPr/>
          <p:nvPr/>
        </p:nvSpPr>
        <p:spPr>
          <a:xfrm>
            <a:off x="270720" y="88452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740d0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"/>
          <p:cNvSpPr/>
          <p:nvPr/>
        </p:nvSpPr>
        <p:spPr>
          <a:xfrm>
            <a:off x="270720" y="88416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20b0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"/>
          <p:cNvSpPr/>
          <p:nvPr/>
        </p:nvSpPr>
        <p:spPr>
          <a:xfrm>
            <a:off x="270720" y="88416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71090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"/>
          <p:cNvSpPr/>
          <p:nvPr/>
        </p:nvSpPr>
        <p:spPr>
          <a:xfrm>
            <a:off x="270720" y="88380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0070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"/>
          <p:cNvSpPr/>
          <p:nvPr/>
        </p:nvSpPr>
        <p:spPr>
          <a:xfrm>
            <a:off x="270720" y="88380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6f05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"/>
          <p:cNvSpPr/>
          <p:nvPr/>
        </p:nvSpPr>
        <p:spPr>
          <a:xfrm>
            <a:off x="270720" y="928080"/>
            <a:ext cx="2499480" cy="1532880"/>
          </a:xfrm>
          <a:custGeom>
            <a:avLst/>
            <a:gdLst/>
            <a:ahLst/>
            <a:rect l="0" t="0" r="r" b="b"/>
            <a:pathLst>
              <a:path w="6943" h="4258">
                <a:moveTo>
                  <a:pt x="0" y="4117"/>
                </a:moveTo>
                <a:cubicBezTo>
                  <a:pt x="0" y="4194"/>
                  <a:pt x="63" y="4258"/>
                  <a:pt x="141" y="4258"/>
                </a:cubicBezTo>
                <a:lnTo>
                  <a:pt x="6802" y="4258"/>
                </a:lnTo>
                <a:cubicBezTo>
                  <a:pt x="6880" y="4258"/>
                  <a:pt x="6943" y="4194"/>
                  <a:pt x="6943" y="4117"/>
                </a:cubicBezTo>
                <a:lnTo>
                  <a:pt x="6943" y="0"/>
                </a:lnTo>
                <a:lnTo>
                  <a:pt x="0" y="0"/>
                </a:lnTo>
                <a:lnTo>
                  <a:pt x="0" y="411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30" name=""/>
          <p:cNvPicPr/>
          <p:nvPr/>
        </p:nvPicPr>
        <p:blipFill>
          <a:blip r:embed="rId2"/>
          <a:stretch/>
        </p:blipFill>
        <p:spPr>
          <a:xfrm>
            <a:off x="321480" y="953280"/>
            <a:ext cx="2397240" cy="1348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1" name=""/>
          <p:cNvSpPr txBox="1"/>
          <p:nvPr/>
        </p:nvSpPr>
        <p:spPr>
          <a:xfrm>
            <a:off x="1125360" y="723600"/>
            <a:ext cx="794880" cy="14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GB" sz="103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Test Image 1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"/>
          <p:cNvSpPr/>
          <p:nvPr/>
        </p:nvSpPr>
        <p:spPr>
          <a:xfrm>
            <a:off x="2989800" y="711360"/>
            <a:ext cx="2499480" cy="185400"/>
          </a:xfrm>
          <a:custGeom>
            <a:avLst/>
            <a:gdLst/>
            <a:ahLst/>
            <a:rect l="0" t="0" r="r" b="b"/>
            <a:pathLst>
              <a:path w="6943" h="515">
                <a:moveTo>
                  <a:pt x="0" y="141"/>
                </a:moveTo>
                <a:cubicBezTo>
                  <a:pt x="0" y="63"/>
                  <a:pt x="64" y="0"/>
                  <a:pt x="141" y="0"/>
                </a:cubicBezTo>
                <a:lnTo>
                  <a:pt x="6802" y="0"/>
                </a:lnTo>
                <a:cubicBezTo>
                  <a:pt x="6880" y="0"/>
                  <a:pt x="6943" y="63"/>
                  <a:pt x="6943" y="141"/>
                </a:cubicBezTo>
                <a:lnTo>
                  <a:pt x="6943" y="515"/>
                </a:lnTo>
                <a:lnTo>
                  <a:pt x="0" y="515"/>
                </a:lnTo>
                <a:lnTo>
                  <a:pt x="0" y="141"/>
                </a:lnTo>
                <a:close/>
              </a:path>
            </a:pathLst>
          </a:custGeom>
          <a:solidFill>
            <a:srgbClr val="6f05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"/>
          <p:cNvSpPr txBox="1"/>
          <p:nvPr/>
        </p:nvSpPr>
        <p:spPr>
          <a:xfrm>
            <a:off x="1239840" y="2336040"/>
            <a:ext cx="558000" cy="8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GB" sz="570" b="0" u="none" strike="noStrike">
                <a:solidFill>
                  <a:srgbClr val="be6a6c"/>
                </a:solidFill>
                <a:effectLst/>
                <a:uFillTx/>
                <a:latin typeface="Arial"/>
                <a:ea typeface="Arial"/>
              </a:rPr>
              <a:t>[Hu TVCG(2024)]</a:t>
            </a:r>
            <a:endParaRPr lang="en-GB" sz="5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"/>
          <p:cNvSpPr/>
          <p:nvPr/>
        </p:nvSpPr>
        <p:spPr>
          <a:xfrm>
            <a:off x="2989800" y="909000"/>
            <a:ext cx="2499480" cy="25560"/>
          </a:xfrm>
          <a:custGeom>
            <a:avLst/>
            <a:gdLst/>
            <a:ahLst/>
            <a:rect l="0" t="0" r="r" b="b"/>
            <a:pathLst>
              <a:path w="6943" h="71">
                <a:moveTo>
                  <a:pt x="0" y="0"/>
                </a:moveTo>
                <a:lnTo>
                  <a:pt x="6943" y="0"/>
                </a:lnTo>
                <a:lnTo>
                  <a:pt x="6943" y="71"/>
                </a:lnTo>
                <a:lnTo>
                  <a:pt x="0" y="7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"/>
          <p:cNvSpPr/>
          <p:nvPr/>
        </p:nvSpPr>
        <p:spPr>
          <a:xfrm>
            <a:off x="2989800" y="90864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efd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"/>
          <p:cNvSpPr/>
          <p:nvPr/>
        </p:nvSpPr>
        <p:spPr>
          <a:xfrm>
            <a:off x="2989800" y="90864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fdfb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"/>
          <p:cNvSpPr/>
          <p:nvPr/>
        </p:nvSpPr>
        <p:spPr>
          <a:xfrm>
            <a:off x="2989800" y="90828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cf9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"/>
          <p:cNvSpPr/>
          <p:nvPr/>
        </p:nvSpPr>
        <p:spPr>
          <a:xfrm>
            <a:off x="2989800" y="90828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fbf7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"/>
          <p:cNvSpPr/>
          <p:nvPr/>
        </p:nvSpPr>
        <p:spPr>
          <a:xfrm>
            <a:off x="2989800" y="90792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9f5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"/>
          <p:cNvSpPr/>
          <p:nvPr/>
        </p:nvSpPr>
        <p:spPr>
          <a:xfrm>
            <a:off x="2989800" y="90792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f8f3f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"/>
          <p:cNvSpPr/>
          <p:nvPr/>
        </p:nvSpPr>
        <p:spPr>
          <a:xfrm>
            <a:off x="2989800" y="90756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7f1f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"/>
          <p:cNvSpPr/>
          <p:nvPr/>
        </p:nvSpPr>
        <p:spPr>
          <a:xfrm>
            <a:off x="2989800" y="90720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6ef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"/>
          <p:cNvSpPr/>
          <p:nvPr/>
        </p:nvSpPr>
        <p:spPr>
          <a:xfrm>
            <a:off x="2989800" y="90720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f5ed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"/>
          <p:cNvSpPr/>
          <p:nvPr/>
        </p:nvSpPr>
        <p:spPr>
          <a:xfrm>
            <a:off x="2989800" y="90684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4eb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"/>
          <p:cNvSpPr/>
          <p:nvPr/>
        </p:nvSpPr>
        <p:spPr>
          <a:xfrm>
            <a:off x="2989800" y="90684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f3eae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"/>
          <p:cNvSpPr/>
          <p:nvPr/>
        </p:nvSpPr>
        <p:spPr>
          <a:xfrm>
            <a:off x="2989800" y="90648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2e8e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"/>
          <p:cNvSpPr/>
          <p:nvPr/>
        </p:nvSpPr>
        <p:spPr>
          <a:xfrm>
            <a:off x="2989800" y="90648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f0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"/>
          <p:cNvSpPr/>
          <p:nvPr/>
        </p:nvSpPr>
        <p:spPr>
          <a:xfrm>
            <a:off x="2989800" y="90612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fe4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"/>
          <p:cNvSpPr/>
          <p:nvPr/>
        </p:nvSpPr>
        <p:spPr>
          <a:xfrm>
            <a:off x="2989800" y="90612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eee2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"/>
          <p:cNvSpPr/>
          <p:nvPr/>
        </p:nvSpPr>
        <p:spPr>
          <a:xfrm>
            <a:off x="2989800" y="90576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de0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"/>
          <p:cNvSpPr/>
          <p:nvPr/>
        </p:nvSpPr>
        <p:spPr>
          <a:xfrm>
            <a:off x="2989800" y="90576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ecde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"/>
          <p:cNvSpPr/>
          <p:nvPr/>
        </p:nvSpPr>
        <p:spPr>
          <a:xfrm>
            <a:off x="2989800" y="90540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bdc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"/>
          <p:cNvSpPr/>
          <p:nvPr/>
        </p:nvSpPr>
        <p:spPr>
          <a:xfrm>
            <a:off x="2989800" y="90504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ada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"/>
          <p:cNvSpPr/>
          <p:nvPr/>
        </p:nvSpPr>
        <p:spPr>
          <a:xfrm>
            <a:off x="2989800" y="90504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e9d8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"/>
          <p:cNvSpPr/>
          <p:nvPr/>
        </p:nvSpPr>
        <p:spPr>
          <a:xfrm>
            <a:off x="2989800" y="90468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7d6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"/>
          <p:cNvSpPr/>
          <p:nvPr/>
        </p:nvSpPr>
        <p:spPr>
          <a:xfrm>
            <a:off x="2989800" y="90468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e6d4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"/>
          <p:cNvSpPr/>
          <p:nvPr/>
        </p:nvSpPr>
        <p:spPr>
          <a:xfrm>
            <a:off x="2989800" y="90432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5d2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"/>
          <p:cNvSpPr/>
          <p:nvPr/>
        </p:nvSpPr>
        <p:spPr>
          <a:xfrm>
            <a:off x="2989800" y="90432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e4d0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"/>
          <p:cNvSpPr/>
          <p:nvPr/>
        </p:nvSpPr>
        <p:spPr>
          <a:xfrm>
            <a:off x="2989800" y="90396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3ce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"/>
          <p:cNvSpPr/>
          <p:nvPr/>
        </p:nvSpPr>
        <p:spPr>
          <a:xfrm>
            <a:off x="2989800" y="90396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cc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"/>
          <p:cNvSpPr/>
          <p:nvPr/>
        </p:nvSpPr>
        <p:spPr>
          <a:xfrm>
            <a:off x="2989800" y="90360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1ca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"/>
          <p:cNvSpPr/>
          <p:nvPr/>
        </p:nvSpPr>
        <p:spPr>
          <a:xfrm>
            <a:off x="2989800" y="90360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e0c8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"/>
          <p:cNvSpPr/>
          <p:nvPr/>
        </p:nvSpPr>
        <p:spPr>
          <a:xfrm>
            <a:off x="2989800" y="90324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ec6c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"/>
          <p:cNvSpPr/>
          <p:nvPr/>
        </p:nvSpPr>
        <p:spPr>
          <a:xfrm>
            <a:off x="2989800" y="90288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dc4c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"/>
          <p:cNvSpPr/>
          <p:nvPr/>
        </p:nvSpPr>
        <p:spPr>
          <a:xfrm>
            <a:off x="2989800" y="90288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dcc3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"/>
          <p:cNvSpPr/>
          <p:nvPr/>
        </p:nvSpPr>
        <p:spPr>
          <a:xfrm>
            <a:off x="2989800" y="90252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bc1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"/>
          <p:cNvSpPr/>
          <p:nvPr/>
        </p:nvSpPr>
        <p:spPr>
          <a:xfrm>
            <a:off x="2989800" y="90252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dabfb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"/>
          <p:cNvSpPr/>
          <p:nvPr/>
        </p:nvSpPr>
        <p:spPr>
          <a:xfrm>
            <a:off x="2989800" y="90216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9bdb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"/>
          <p:cNvSpPr/>
          <p:nvPr/>
        </p:nvSpPr>
        <p:spPr>
          <a:xfrm>
            <a:off x="2989800" y="90216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d8bbb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"/>
          <p:cNvSpPr/>
          <p:nvPr/>
        </p:nvSpPr>
        <p:spPr>
          <a:xfrm>
            <a:off x="2989800" y="90180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7b9b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"/>
          <p:cNvSpPr/>
          <p:nvPr/>
        </p:nvSpPr>
        <p:spPr>
          <a:xfrm>
            <a:off x="2989800" y="90180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d5b7b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"/>
          <p:cNvSpPr/>
          <p:nvPr/>
        </p:nvSpPr>
        <p:spPr>
          <a:xfrm>
            <a:off x="2989800" y="90144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4b5b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"/>
          <p:cNvSpPr/>
          <p:nvPr/>
        </p:nvSpPr>
        <p:spPr>
          <a:xfrm>
            <a:off x="2989800" y="90108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3b3b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"/>
          <p:cNvSpPr/>
          <p:nvPr/>
        </p:nvSpPr>
        <p:spPr>
          <a:xfrm>
            <a:off x="2989800" y="90108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d2b1b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"/>
          <p:cNvSpPr/>
          <p:nvPr/>
        </p:nvSpPr>
        <p:spPr>
          <a:xfrm>
            <a:off x="2989800" y="90072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1afb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"/>
          <p:cNvSpPr/>
          <p:nvPr/>
        </p:nvSpPr>
        <p:spPr>
          <a:xfrm>
            <a:off x="2989800" y="90072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d0ada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"/>
          <p:cNvSpPr/>
          <p:nvPr/>
        </p:nvSpPr>
        <p:spPr>
          <a:xfrm>
            <a:off x="2989800" y="90036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faba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"/>
          <p:cNvSpPr/>
          <p:nvPr/>
        </p:nvSpPr>
        <p:spPr>
          <a:xfrm>
            <a:off x="2989800" y="90036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cea9a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"/>
          <p:cNvSpPr/>
          <p:nvPr/>
        </p:nvSpPr>
        <p:spPr>
          <a:xfrm>
            <a:off x="2989800" y="90000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ca7a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"/>
          <p:cNvSpPr/>
          <p:nvPr/>
        </p:nvSpPr>
        <p:spPr>
          <a:xfrm>
            <a:off x="2989800" y="90000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cba5a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"/>
          <p:cNvSpPr/>
          <p:nvPr/>
        </p:nvSpPr>
        <p:spPr>
          <a:xfrm>
            <a:off x="2989800" y="89964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aa3a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"/>
          <p:cNvSpPr/>
          <p:nvPr/>
        </p:nvSpPr>
        <p:spPr>
          <a:xfrm>
            <a:off x="2989800" y="89964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c9a1a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"/>
          <p:cNvSpPr/>
          <p:nvPr/>
        </p:nvSpPr>
        <p:spPr>
          <a:xfrm>
            <a:off x="2989800" y="89928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89fa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"/>
          <p:cNvSpPr/>
          <p:nvPr/>
        </p:nvSpPr>
        <p:spPr>
          <a:xfrm>
            <a:off x="2989800" y="89892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79d9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"/>
          <p:cNvSpPr/>
          <p:nvPr/>
        </p:nvSpPr>
        <p:spPr>
          <a:xfrm>
            <a:off x="2989800" y="89892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c69b9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"/>
          <p:cNvSpPr/>
          <p:nvPr/>
        </p:nvSpPr>
        <p:spPr>
          <a:xfrm>
            <a:off x="2989800" y="89856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59a9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"/>
          <p:cNvSpPr/>
          <p:nvPr/>
        </p:nvSpPr>
        <p:spPr>
          <a:xfrm>
            <a:off x="2989800" y="89856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c3989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"/>
          <p:cNvSpPr/>
          <p:nvPr/>
        </p:nvSpPr>
        <p:spPr>
          <a:xfrm>
            <a:off x="2989800" y="89820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2969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"/>
          <p:cNvSpPr/>
          <p:nvPr/>
        </p:nvSpPr>
        <p:spPr>
          <a:xfrm>
            <a:off x="2989800" y="89820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c1949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"/>
          <p:cNvSpPr/>
          <p:nvPr/>
        </p:nvSpPr>
        <p:spPr>
          <a:xfrm>
            <a:off x="2989800" y="89784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0929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"/>
          <p:cNvSpPr/>
          <p:nvPr/>
        </p:nvSpPr>
        <p:spPr>
          <a:xfrm>
            <a:off x="2989800" y="89784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bf909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"/>
          <p:cNvSpPr/>
          <p:nvPr/>
        </p:nvSpPr>
        <p:spPr>
          <a:xfrm>
            <a:off x="2989800" y="89748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e8e8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"/>
          <p:cNvSpPr/>
          <p:nvPr/>
        </p:nvSpPr>
        <p:spPr>
          <a:xfrm>
            <a:off x="2989800" y="89712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d8c8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"/>
          <p:cNvSpPr/>
          <p:nvPr/>
        </p:nvSpPr>
        <p:spPr>
          <a:xfrm>
            <a:off x="2989800" y="89712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bc8a8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"/>
          <p:cNvSpPr/>
          <p:nvPr/>
        </p:nvSpPr>
        <p:spPr>
          <a:xfrm>
            <a:off x="2989800" y="89676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a888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"/>
          <p:cNvSpPr/>
          <p:nvPr/>
        </p:nvSpPr>
        <p:spPr>
          <a:xfrm>
            <a:off x="2989800" y="89676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b986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"/>
          <p:cNvSpPr/>
          <p:nvPr/>
        </p:nvSpPr>
        <p:spPr>
          <a:xfrm>
            <a:off x="2989800" y="89640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8848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"/>
          <p:cNvSpPr/>
          <p:nvPr/>
        </p:nvSpPr>
        <p:spPr>
          <a:xfrm>
            <a:off x="2989800" y="89640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b7828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9" name=""/>
          <p:cNvSpPr/>
          <p:nvPr/>
        </p:nvSpPr>
        <p:spPr>
          <a:xfrm>
            <a:off x="2989800" y="89604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680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"/>
          <p:cNvSpPr/>
          <p:nvPr/>
        </p:nvSpPr>
        <p:spPr>
          <a:xfrm>
            <a:off x="2989800" y="89604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b57e7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"/>
          <p:cNvSpPr/>
          <p:nvPr/>
        </p:nvSpPr>
        <p:spPr>
          <a:xfrm>
            <a:off x="2989800" y="89568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47c7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"/>
          <p:cNvSpPr/>
          <p:nvPr/>
        </p:nvSpPr>
        <p:spPr>
          <a:xfrm>
            <a:off x="2989800" y="89568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b37a7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"/>
          <p:cNvSpPr/>
          <p:nvPr/>
        </p:nvSpPr>
        <p:spPr>
          <a:xfrm>
            <a:off x="2989800" y="89532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1787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"/>
          <p:cNvSpPr/>
          <p:nvPr/>
        </p:nvSpPr>
        <p:spPr>
          <a:xfrm>
            <a:off x="2989800" y="89496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076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"/>
          <p:cNvSpPr/>
          <p:nvPr/>
        </p:nvSpPr>
        <p:spPr>
          <a:xfrm>
            <a:off x="2989800" y="89496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af747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"/>
          <p:cNvSpPr/>
          <p:nvPr/>
        </p:nvSpPr>
        <p:spPr>
          <a:xfrm>
            <a:off x="2989800" y="89460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e737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"/>
          <p:cNvSpPr/>
          <p:nvPr/>
        </p:nvSpPr>
        <p:spPr>
          <a:xfrm>
            <a:off x="2989800" y="89460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ad717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"/>
          <p:cNvSpPr/>
          <p:nvPr/>
        </p:nvSpPr>
        <p:spPr>
          <a:xfrm>
            <a:off x="2989800" y="89424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c6f7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"/>
          <p:cNvSpPr/>
          <p:nvPr/>
        </p:nvSpPr>
        <p:spPr>
          <a:xfrm>
            <a:off x="2989800" y="89424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ab6d6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"/>
          <p:cNvSpPr/>
          <p:nvPr/>
        </p:nvSpPr>
        <p:spPr>
          <a:xfrm>
            <a:off x="2989800" y="89388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a6b6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"/>
          <p:cNvSpPr/>
          <p:nvPr/>
        </p:nvSpPr>
        <p:spPr>
          <a:xfrm>
            <a:off x="2989800" y="89388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a8696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"/>
          <p:cNvSpPr/>
          <p:nvPr/>
        </p:nvSpPr>
        <p:spPr>
          <a:xfrm>
            <a:off x="2989800" y="89352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7676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"/>
          <p:cNvSpPr/>
          <p:nvPr/>
        </p:nvSpPr>
        <p:spPr>
          <a:xfrm>
            <a:off x="2989800" y="89316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6656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"/>
          <p:cNvSpPr/>
          <p:nvPr/>
        </p:nvSpPr>
        <p:spPr>
          <a:xfrm>
            <a:off x="2989800" y="89316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a563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"/>
          <p:cNvSpPr/>
          <p:nvPr/>
        </p:nvSpPr>
        <p:spPr>
          <a:xfrm>
            <a:off x="2989800" y="89280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4616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"/>
          <p:cNvSpPr/>
          <p:nvPr/>
        </p:nvSpPr>
        <p:spPr>
          <a:xfrm>
            <a:off x="2989800" y="89280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a35f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7" name=""/>
          <p:cNvSpPr/>
          <p:nvPr/>
        </p:nvSpPr>
        <p:spPr>
          <a:xfrm>
            <a:off x="2989800" y="89244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25d5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"/>
          <p:cNvSpPr/>
          <p:nvPr/>
        </p:nvSpPr>
        <p:spPr>
          <a:xfrm>
            <a:off x="2989800" y="89244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a15b5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"/>
          <p:cNvSpPr/>
          <p:nvPr/>
        </p:nvSpPr>
        <p:spPr>
          <a:xfrm>
            <a:off x="2989800" y="89208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f595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0" name=""/>
          <p:cNvSpPr/>
          <p:nvPr/>
        </p:nvSpPr>
        <p:spPr>
          <a:xfrm>
            <a:off x="2989800" y="89208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9e575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1" name=""/>
          <p:cNvSpPr/>
          <p:nvPr/>
        </p:nvSpPr>
        <p:spPr>
          <a:xfrm>
            <a:off x="2989800" y="89172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d555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2" name=""/>
          <p:cNvSpPr/>
          <p:nvPr/>
        </p:nvSpPr>
        <p:spPr>
          <a:xfrm>
            <a:off x="2989800" y="89172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9c535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"/>
          <p:cNvSpPr/>
          <p:nvPr/>
        </p:nvSpPr>
        <p:spPr>
          <a:xfrm>
            <a:off x="2989800" y="89136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b515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"/>
          <p:cNvSpPr/>
          <p:nvPr/>
        </p:nvSpPr>
        <p:spPr>
          <a:xfrm>
            <a:off x="2989800" y="89100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a4f5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5" name=""/>
          <p:cNvSpPr/>
          <p:nvPr/>
        </p:nvSpPr>
        <p:spPr>
          <a:xfrm>
            <a:off x="2989800" y="89100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994d4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"/>
          <p:cNvSpPr/>
          <p:nvPr/>
        </p:nvSpPr>
        <p:spPr>
          <a:xfrm>
            <a:off x="2989800" y="89064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84c4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"/>
          <p:cNvSpPr/>
          <p:nvPr/>
        </p:nvSpPr>
        <p:spPr>
          <a:xfrm>
            <a:off x="2989800" y="89064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964a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"/>
          <p:cNvSpPr/>
          <p:nvPr/>
        </p:nvSpPr>
        <p:spPr>
          <a:xfrm>
            <a:off x="2989800" y="89028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5484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"/>
          <p:cNvSpPr/>
          <p:nvPr/>
        </p:nvSpPr>
        <p:spPr>
          <a:xfrm>
            <a:off x="2989800" y="89028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94464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"/>
          <p:cNvSpPr/>
          <p:nvPr/>
        </p:nvSpPr>
        <p:spPr>
          <a:xfrm>
            <a:off x="2989800" y="88992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3444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"/>
          <p:cNvSpPr/>
          <p:nvPr/>
        </p:nvSpPr>
        <p:spPr>
          <a:xfrm>
            <a:off x="2989800" y="88992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92424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2" name=""/>
          <p:cNvSpPr/>
          <p:nvPr/>
        </p:nvSpPr>
        <p:spPr>
          <a:xfrm>
            <a:off x="2989800" y="88956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1404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3" name=""/>
          <p:cNvSpPr/>
          <p:nvPr/>
        </p:nvSpPr>
        <p:spPr>
          <a:xfrm>
            <a:off x="2989800" y="88956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903e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4" name=""/>
          <p:cNvSpPr/>
          <p:nvPr/>
        </p:nvSpPr>
        <p:spPr>
          <a:xfrm>
            <a:off x="2989800" y="88920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f3c3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"/>
          <p:cNvSpPr/>
          <p:nvPr/>
        </p:nvSpPr>
        <p:spPr>
          <a:xfrm>
            <a:off x="2989800" y="88884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d3a3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"/>
          <p:cNvSpPr/>
          <p:nvPr/>
        </p:nvSpPr>
        <p:spPr>
          <a:xfrm>
            <a:off x="2989800" y="88884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8c383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"/>
          <p:cNvSpPr/>
          <p:nvPr/>
        </p:nvSpPr>
        <p:spPr>
          <a:xfrm>
            <a:off x="2989800" y="88848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b363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"/>
          <p:cNvSpPr/>
          <p:nvPr/>
        </p:nvSpPr>
        <p:spPr>
          <a:xfrm>
            <a:off x="2989800" y="88848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8a343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"/>
          <p:cNvSpPr/>
          <p:nvPr/>
        </p:nvSpPr>
        <p:spPr>
          <a:xfrm>
            <a:off x="2989800" y="88812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932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"/>
          <p:cNvSpPr/>
          <p:nvPr/>
        </p:nvSpPr>
        <p:spPr>
          <a:xfrm>
            <a:off x="2989800" y="88812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88303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1" name=""/>
          <p:cNvSpPr/>
          <p:nvPr/>
        </p:nvSpPr>
        <p:spPr>
          <a:xfrm>
            <a:off x="2989800" y="88776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72e3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"/>
          <p:cNvSpPr/>
          <p:nvPr/>
        </p:nvSpPr>
        <p:spPr>
          <a:xfrm>
            <a:off x="2989800" y="88776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862c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"/>
          <p:cNvSpPr/>
          <p:nvPr/>
        </p:nvSpPr>
        <p:spPr>
          <a:xfrm>
            <a:off x="2989800" y="88740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42a2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"/>
          <p:cNvSpPr/>
          <p:nvPr/>
        </p:nvSpPr>
        <p:spPr>
          <a:xfrm>
            <a:off x="2989800" y="88704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3282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"/>
          <p:cNvSpPr/>
          <p:nvPr/>
        </p:nvSpPr>
        <p:spPr>
          <a:xfrm>
            <a:off x="2989800" y="88704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8226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6" name=""/>
          <p:cNvSpPr/>
          <p:nvPr/>
        </p:nvSpPr>
        <p:spPr>
          <a:xfrm>
            <a:off x="2989800" y="88668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1242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"/>
          <p:cNvSpPr/>
          <p:nvPr/>
        </p:nvSpPr>
        <p:spPr>
          <a:xfrm>
            <a:off x="2989800" y="88668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80232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"/>
          <p:cNvSpPr/>
          <p:nvPr/>
        </p:nvSpPr>
        <p:spPr>
          <a:xfrm>
            <a:off x="2989800" y="88632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f212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"/>
          <p:cNvSpPr/>
          <p:nvPr/>
        </p:nvSpPr>
        <p:spPr>
          <a:xfrm>
            <a:off x="2989800" y="88632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7e1f2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"/>
          <p:cNvSpPr/>
          <p:nvPr/>
        </p:nvSpPr>
        <p:spPr>
          <a:xfrm>
            <a:off x="2989800" y="88596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d1d1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"/>
          <p:cNvSpPr/>
          <p:nvPr/>
        </p:nvSpPr>
        <p:spPr>
          <a:xfrm>
            <a:off x="2989800" y="88596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7b1b1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"/>
          <p:cNvSpPr/>
          <p:nvPr/>
        </p:nvSpPr>
        <p:spPr>
          <a:xfrm>
            <a:off x="2989800" y="88560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a191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3" name=""/>
          <p:cNvSpPr/>
          <p:nvPr/>
        </p:nvSpPr>
        <p:spPr>
          <a:xfrm>
            <a:off x="2989800" y="88560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79171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"/>
          <p:cNvSpPr/>
          <p:nvPr/>
        </p:nvSpPr>
        <p:spPr>
          <a:xfrm>
            <a:off x="2989800" y="88524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8151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"/>
          <p:cNvSpPr/>
          <p:nvPr/>
        </p:nvSpPr>
        <p:spPr>
          <a:xfrm>
            <a:off x="2989800" y="88488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7131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"/>
          <p:cNvSpPr/>
          <p:nvPr/>
        </p:nvSpPr>
        <p:spPr>
          <a:xfrm>
            <a:off x="2989800" y="88488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76111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"/>
          <p:cNvSpPr/>
          <p:nvPr/>
        </p:nvSpPr>
        <p:spPr>
          <a:xfrm>
            <a:off x="2989800" y="88452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50f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8" name=""/>
          <p:cNvSpPr/>
          <p:nvPr/>
        </p:nvSpPr>
        <p:spPr>
          <a:xfrm>
            <a:off x="2989800" y="88452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740d0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9" name=""/>
          <p:cNvSpPr/>
          <p:nvPr/>
        </p:nvSpPr>
        <p:spPr>
          <a:xfrm>
            <a:off x="2989800" y="88416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20b0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0" name=""/>
          <p:cNvSpPr/>
          <p:nvPr/>
        </p:nvSpPr>
        <p:spPr>
          <a:xfrm>
            <a:off x="2989800" y="88416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71090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1" name=""/>
          <p:cNvSpPr/>
          <p:nvPr/>
        </p:nvSpPr>
        <p:spPr>
          <a:xfrm>
            <a:off x="2989800" y="883800"/>
            <a:ext cx="2499120" cy="360"/>
          </a:xfrm>
          <a:custGeom>
            <a:avLst/>
            <a:gdLst/>
            <a:ahLst/>
            <a:rect l="0" t="0" r="r" b="b"/>
            <a:pathLst>
              <a:path w="6942" h="1">
                <a:moveTo>
                  <a:pt x="0" y="0"/>
                </a:moveTo>
                <a:lnTo>
                  <a:pt x="6942" y="0"/>
                </a:lnTo>
                <a:lnTo>
                  <a:pt x="694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0070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2" name=""/>
          <p:cNvSpPr/>
          <p:nvPr/>
        </p:nvSpPr>
        <p:spPr>
          <a:xfrm>
            <a:off x="2989800" y="883800"/>
            <a:ext cx="2499120" cy="0"/>
          </a:xfrm>
          <a:custGeom>
            <a:avLst/>
            <a:gdLst/>
            <a:ahLst/>
            <a:rect l="0" t="0" r="r" b="b"/>
            <a:pathLst>
              <a:path w="6942" h="0">
                <a:moveTo>
                  <a:pt x="0" y="0"/>
                </a:moveTo>
                <a:lnTo>
                  <a:pt x="6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6f05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3" name=""/>
          <p:cNvSpPr/>
          <p:nvPr/>
        </p:nvSpPr>
        <p:spPr>
          <a:xfrm>
            <a:off x="2989800" y="928080"/>
            <a:ext cx="2499480" cy="1532520"/>
          </a:xfrm>
          <a:custGeom>
            <a:avLst/>
            <a:gdLst/>
            <a:ahLst/>
            <a:rect l="0" t="0" r="r" b="b"/>
            <a:pathLst>
              <a:path w="6943" h="4257">
                <a:moveTo>
                  <a:pt x="0" y="4116"/>
                </a:moveTo>
                <a:cubicBezTo>
                  <a:pt x="0" y="4194"/>
                  <a:pt x="64" y="4257"/>
                  <a:pt x="141" y="4257"/>
                </a:cubicBezTo>
                <a:lnTo>
                  <a:pt x="6802" y="4257"/>
                </a:lnTo>
                <a:cubicBezTo>
                  <a:pt x="6880" y="4257"/>
                  <a:pt x="6943" y="4194"/>
                  <a:pt x="6943" y="4116"/>
                </a:cubicBezTo>
                <a:lnTo>
                  <a:pt x="6943" y="0"/>
                </a:lnTo>
                <a:lnTo>
                  <a:pt x="0" y="0"/>
                </a:lnTo>
                <a:lnTo>
                  <a:pt x="0" y="411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64" name=""/>
          <p:cNvPicPr/>
          <p:nvPr/>
        </p:nvPicPr>
        <p:blipFill>
          <a:blip r:embed="rId3"/>
          <a:stretch/>
        </p:blipFill>
        <p:spPr>
          <a:xfrm>
            <a:off x="3040920" y="953280"/>
            <a:ext cx="2396880" cy="1348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5" name=""/>
          <p:cNvSpPr txBox="1"/>
          <p:nvPr/>
        </p:nvSpPr>
        <p:spPr>
          <a:xfrm>
            <a:off x="3843000" y="723600"/>
            <a:ext cx="794880" cy="14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GB" sz="103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Test Image 2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6" name=""/>
          <p:cNvSpPr/>
          <p:nvPr/>
        </p:nvSpPr>
        <p:spPr>
          <a:xfrm>
            <a:off x="0" y="3147840"/>
            <a:ext cx="5760000" cy="92160"/>
          </a:xfrm>
          <a:custGeom>
            <a:avLst/>
            <a:gdLst/>
            <a:ahLst/>
            <a:rect l="0" t="0" r="r" b="b"/>
            <a:pathLst>
              <a:path w="16000" h="256">
                <a:moveTo>
                  <a:pt x="0" y="0"/>
                </a:moveTo>
                <a:lnTo>
                  <a:pt x="16000" y="0"/>
                </a:lnTo>
                <a:lnTo>
                  <a:pt x="16000" y="256"/>
                </a:lnTo>
                <a:lnTo>
                  <a:pt x="0" y="256"/>
                </a:lnTo>
                <a:lnTo>
                  <a:pt x="0" y="0"/>
                </a:lnTo>
                <a:close/>
              </a:path>
            </a:pathLst>
          </a:custGeom>
          <a:solidFill>
            <a:srgbClr val="dfb5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7" name=""/>
          <p:cNvSpPr txBox="1"/>
          <p:nvPr/>
        </p:nvSpPr>
        <p:spPr>
          <a:xfrm>
            <a:off x="3868920" y="2335680"/>
            <a:ext cx="737280" cy="8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GB" sz="570" b="0" u="none" strike="noStrike">
                <a:solidFill>
                  <a:srgbClr val="be6a6c"/>
                </a:solidFill>
                <a:effectLst/>
                <a:uFillTx/>
                <a:latin typeface="Arial"/>
                <a:ea typeface="Arial"/>
              </a:rPr>
              <a:t>[Hu SIGGRAPH(2025)]</a:t>
            </a:r>
            <a:endParaRPr lang="en-GB" sz="5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"/>
          <p:cNvSpPr txBox="1"/>
          <p:nvPr/>
        </p:nvSpPr>
        <p:spPr>
          <a:xfrm>
            <a:off x="5493960" y="3151800"/>
            <a:ext cx="100440" cy="8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GB" sz="57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5/8</a:t>
            </a:r>
            <a:endParaRPr lang="en-GB" sz="5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"/>
          <p:cNvSpPr/>
          <p:nvPr/>
        </p:nvSpPr>
        <p:spPr>
          <a:xfrm>
            <a:off x="0" y="0"/>
            <a:ext cx="5760000" cy="322560"/>
          </a:xfrm>
          <a:custGeom>
            <a:avLst/>
            <a:gdLst/>
            <a:ahLst/>
            <a:rect l="0" t="0" r="r" b="b"/>
            <a:pathLst>
              <a:path w="16000" h="896">
                <a:moveTo>
                  <a:pt x="0" y="0"/>
                </a:moveTo>
                <a:lnTo>
                  <a:pt x="16000" y="0"/>
                </a:lnTo>
                <a:lnTo>
                  <a:pt x="16000" y="896"/>
                </a:lnTo>
                <a:lnTo>
                  <a:pt x="0" y="896"/>
                </a:lnTo>
                <a:lnTo>
                  <a:pt x="0" y="0"/>
                </a:lnTo>
                <a:close/>
              </a:path>
            </a:pathLst>
          </a:custGeom>
          <a:solidFill>
            <a:srgbClr val="9407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470" name=""/>
          <p:cNvPicPr/>
          <p:nvPr/>
        </p:nvPicPr>
        <p:blipFill>
          <a:blip r:embed="rId1"/>
          <a:stretch/>
        </p:blipFill>
        <p:spPr>
          <a:xfrm>
            <a:off x="4798080" y="46080"/>
            <a:ext cx="841320" cy="235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1" name=""/>
          <p:cNvSpPr/>
          <p:nvPr/>
        </p:nvSpPr>
        <p:spPr>
          <a:xfrm>
            <a:off x="190080" y="670320"/>
            <a:ext cx="1700640" cy="178920"/>
          </a:xfrm>
          <a:custGeom>
            <a:avLst/>
            <a:gdLst/>
            <a:ahLst/>
            <a:rect l="0" t="0" r="r" b="b"/>
            <a:pathLst>
              <a:path w="4724" h="497">
                <a:moveTo>
                  <a:pt x="0" y="141"/>
                </a:moveTo>
                <a:cubicBezTo>
                  <a:pt x="0" y="64"/>
                  <a:pt x="64" y="0"/>
                  <a:pt x="141" y="0"/>
                </a:cubicBezTo>
                <a:lnTo>
                  <a:pt x="4583" y="0"/>
                </a:lnTo>
                <a:cubicBezTo>
                  <a:pt x="4660" y="0"/>
                  <a:pt x="4724" y="64"/>
                  <a:pt x="4724" y="141"/>
                </a:cubicBezTo>
                <a:lnTo>
                  <a:pt x="4724" y="497"/>
                </a:lnTo>
                <a:lnTo>
                  <a:pt x="0" y="497"/>
                </a:lnTo>
                <a:lnTo>
                  <a:pt x="0" y="141"/>
                </a:lnTo>
                <a:close/>
              </a:path>
            </a:pathLst>
          </a:custGeom>
          <a:solidFill>
            <a:srgbClr val="6f05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"/>
          <p:cNvSpPr txBox="1"/>
          <p:nvPr/>
        </p:nvSpPr>
        <p:spPr>
          <a:xfrm>
            <a:off x="108000" y="76680"/>
            <a:ext cx="78048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GB" sz="113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Conclusion</a:t>
            </a:r>
            <a:endParaRPr lang="en-GB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3" name=""/>
          <p:cNvSpPr/>
          <p:nvPr/>
        </p:nvSpPr>
        <p:spPr>
          <a:xfrm>
            <a:off x="190080" y="861840"/>
            <a:ext cx="1700640" cy="25560"/>
          </a:xfrm>
          <a:custGeom>
            <a:avLst/>
            <a:gdLst/>
            <a:ahLst/>
            <a:rect l="0" t="0" r="r" b="b"/>
            <a:pathLst>
              <a:path w="4724" h="71">
                <a:moveTo>
                  <a:pt x="0" y="0"/>
                </a:moveTo>
                <a:lnTo>
                  <a:pt x="4724" y="0"/>
                </a:lnTo>
                <a:lnTo>
                  <a:pt x="4724" y="71"/>
                </a:lnTo>
                <a:lnTo>
                  <a:pt x="0" y="71"/>
                </a:lnTo>
                <a:lnTo>
                  <a:pt x="0" y="0"/>
                </a:lnTo>
                <a:close/>
              </a:path>
            </a:pathLst>
          </a:custGeom>
          <a:solidFill>
            <a:srgbClr val="f1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4" name=""/>
          <p:cNvSpPr/>
          <p:nvPr/>
        </p:nvSpPr>
        <p:spPr>
          <a:xfrm>
            <a:off x="190080" y="86148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0e4e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"/>
          <p:cNvSpPr/>
          <p:nvPr/>
        </p:nvSpPr>
        <p:spPr>
          <a:xfrm>
            <a:off x="190080" y="86148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efe3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6" name=""/>
          <p:cNvSpPr/>
          <p:nvPr/>
        </p:nvSpPr>
        <p:spPr>
          <a:xfrm>
            <a:off x="190080" y="86112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ee1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7" name=""/>
          <p:cNvSpPr/>
          <p:nvPr/>
        </p:nvSpPr>
        <p:spPr>
          <a:xfrm>
            <a:off x="190080" y="86076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ddf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8" name=""/>
          <p:cNvSpPr/>
          <p:nvPr/>
        </p:nvSpPr>
        <p:spPr>
          <a:xfrm>
            <a:off x="190080" y="86076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ecdd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9" name=""/>
          <p:cNvSpPr/>
          <p:nvPr/>
        </p:nvSpPr>
        <p:spPr>
          <a:xfrm>
            <a:off x="190080" y="86040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bdb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0" name=""/>
          <p:cNvSpPr/>
          <p:nvPr/>
        </p:nvSpPr>
        <p:spPr>
          <a:xfrm>
            <a:off x="190080" y="86040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eada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1" name=""/>
          <p:cNvSpPr/>
          <p:nvPr/>
        </p:nvSpPr>
        <p:spPr>
          <a:xfrm>
            <a:off x="190080" y="86004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9d8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" name=""/>
          <p:cNvSpPr/>
          <p:nvPr/>
        </p:nvSpPr>
        <p:spPr>
          <a:xfrm>
            <a:off x="190080" y="86004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e7d6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3" name=""/>
          <p:cNvSpPr/>
          <p:nvPr/>
        </p:nvSpPr>
        <p:spPr>
          <a:xfrm>
            <a:off x="190080" y="85968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6d4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4" name=""/>
          <p:cNvSpPr/>
          <p:nvPr/>
        </p:nvSpPr>
        <p:spPr>
          <a:xfrm>
            <a:off x="190080" y="85968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e5d3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5" name=""/>
          <p:cNvSpPr/>
          <p:nvPr/>
        </p:nvSpPr>
        <p:spPr>
          <a:xfrm>
            <a:off x="190080" y="85932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4d1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6" name=""/>
          <p:cNvSpPr/>
          <p:nvPr/>
        </p:nvSpPr>
        <p:spPr>
          <a:xfrm>
            <a:off x="190080" y="85896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3cfd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7" name=""/>
          <p:cNvSpPr/>
          <p:nvPr/>
        </p:nvSpPr>
        <p:spPr>
          <a:xfrm>
            <a:off x="190080" y="85896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e2cd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" name=""/>
          <p:cNvSpPr/>
          <p:nvPr/>
        </p:nvSpPr>
        <p:spPr>
          <a:xfrm>
            <a:off x="190080" y="85860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1cc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9" name=""/>
          <p:cNvSpPr/>
          <p:nvPr/>
        </p:nvSpPr>
        <p:spPr>
          <a:xfrm>
            <a:off x="190080" y="85860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e0cac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0" name=""/>
          <p:cNvSpPr/>
          <p:nvPr/>
        </p:nvSpPr>
        <p:spPr>
          <a:xfrm>
            <a:off x="190080" y="85824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fc8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1" name=""/>
          <p:cNvSpPr/>
          <p:nvPr/>
        </p:nvSpPr>
        <p:spPr>
          <a:xfrm>
            <a:off x="190080" y="85824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dec6c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2" name=""/>
          <p:cNvSpPr/>
          <p:nvPr/>
        </p:nvSpPr>
        <p:spPr>
          <a:xfrm>
            <a:off x="190080" y="85788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dc5c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3" name=""/>
          <p:cNvSpPr/>
          <p:nvPr/>
        </p:nvSpPr>
        <p:spPr>
          <a:xfrm>
            <a:off x="190080" y="85788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dcc3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4" name=""/>
          <p:cNvSpPr/>
          <p:nvPr/>
        </p:nvSpPr>
        <p:spPr>
          <a:xfrm>
            <a:off x="190080" y="85752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bc1c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5" name=""/>
          <p:cNvSpPr/>
          <p:nvPr/>
        </p:nvSpPr>
        <p:spPr>
          <a:xfrm>
            <a:off x="190080" y="85752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dabfc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6" name=""/>
          <p:cNvSpPr/>
          <p:nvPr/>
        </p:nvSpPr>
        <p:spPr>
          <a:xfrm>
            <a:off x="190080" y="85716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9beb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7" name=""/>
          <p:cNvSpPr/>
          <p:nvPr/>
        </p:nvSpPr>
        <p:spPr>
          <a:xfrm>
            <a:off x="190080" y="85680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8bcb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8" name=""/>
          <p:cNvSpPr/>
          <p:nvPr/>
        </p:nvSpPr>
        <p:spPr>
          <a:xfrm>
            <a:off x="190080" y="85680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d7bab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9" name=""/>
          <p:cNvSpPr/>
          <p:nvPr/>
        </p:nvSpPr>
        <p:spPr>
          <a:xfrm>
            <a:off x="190080" y="85644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6b8b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0" name=""/>
          <p:cNvSpPr/>
          <p:nvPr/>
        </p:nvSpPr>
        <p:spPr>
          <a:xfrm>
            <a:off x="190080" y="85644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d5b7b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1" name=""/>
          <p:cNvSpPr/>
          <p:nvPr/>
        </p:nvSpPr>
        <p:spPr>
          <a:xfrm>
            <a:off x="190080" y="85608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4b5b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2" name=""/>
          <p:cNvSpPr/>
          <p:nvPr/>
        </p:nvSpPr>
        <p:spPr>
          <a:xfrm>
            <a:off x="190080" y="85608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d3b3b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3" name=""/>
          <p:cNvSpPr/>
          <p:nvPr/>
        </p:nvSpPr>
        <p:spPr>
          <a:xfrm>
            <a:off x="190080" y="85572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2b1b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4" name=""/>
          <p:cNvSpPr/>
          <p:nvPr/>
        </p:nvSpPr>
        <p:spPr>
          <a:xfrm>
            <a:off x="190080" y="85572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d1b0b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5" name=""/>
          <p:cNvSpPr/>
          <p:nvPr/>
        </p:nvSpPr>
        <p:spPr>
          <a:xfrm>
            <a:off x="190080" y="85536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0aea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6" name=""/>
          <p:cNvSpPr/>
          <p:nvPr/>
        </p:nvSpPr>
        <p:spPr>
          <a:xfrm>
            <a:off x="190080" y="85500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faca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7" name=""/>
          <p:cNvSpPr/>
          <p:nvPr/>
        </p:nvSpPr>
        <p:spPr>
          <a:xfrm>
            <a:off x="190080" y="85500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ceaaa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8" name=""/>
          <p:cNvSpPr/>
          <p:nvPr/>
        </p:nvSpPr>
        <p:spPr>
          <a:xfrm>
            <a:off x="190080" y="85464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da9a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9" name=""/>
          <p:cNvSpPr/>
          <p:nvPr/>
        </p:nvSpPr>
        <p:spPr>
          <a:xfrm>
            <a:off x="190080" y="85464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cca7a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0" name=""/>
          <p:cNvSpPr/>
          <p:nvPr/>
        </p:nvSpPr>
        <p:spPr>
          <a:xfrm>
            <a:off x="190080" y="85428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ba5a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1" name=""/>
          <p:cNvSpPr/>
          <p:nvPr/>
        </p:nvSpPr>
        <p:spPr>
          <a:xfrm>
            <a:off x="190080" y="85428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caa3a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"/>
          <p:cNvSpPr/>
          <p:nvPr/>
        </p:nvSpPr>
        <p:spPr>
          <a:xfrm>
            <a:off x="190080" y="85392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9a2a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3" name=""/>
          <p:cNvSpPr/>
          <p:nvPr/>
        </p:nvSpPr>
        <p:spPr>
          <a:xfrm>
            <a:off x="190080" y="85392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c8a0a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4" name=""/>
          <p:cNvSpPr/>
          <p:nvPr/>
        </p:nvSpPr>
        <p:spPr>
          <a:xfrm>
            <a:off x="190080" y="85356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79e9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5" name=""/>
          <p:cNvSpPr/>
          <p:nvPr/>
        </p:nvSpPr>
        <p:spPr>
          <a:xfrm>
            <a:off x="190080" y="85356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c69c9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6" name=""/>
          <p:cNvSpPr/>
          <p:nvPr/>
        </p:nvSpPr>
        <p:spPr>
          <a:xfrm>
            <a:off x="190080" y="85320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59b9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7" name=""/>
          <p:cNvSpPr/>
          <p:nvPr/>
        </p:nvSpPr>
        <p:spPr>
          <a:xfrm>
            <a:off x="190080" y="85284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4999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8" name=""/>
          <p:cNvSpPr/>
          <p:nvPr/>
        </p:nvSpPr>
        <p:spPr>
          <a:xfrm>
            <a:off x="190080" y="85284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c3979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9" name=""/>
          <p:cNvSpPr/>
          <p:nvPr/>
        </p:nvSpPr>
        <p:spPr>
          <a:xfrm>
            <a:off x="190080" y="85248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2959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0" name=""/>
          <p:cNvSpPr/>
          <p:nvPr/>
        </p:nvSpPr>
        <p:spPr>
          <a:xfrm>
            <a:off x="190080" y="85248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c1939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1" name=""/>
          <p:cNvSpPr/>
          <p:nvPr/>
        </p:nvSpPr>
        <p:spPr>
          <a:xfrm>
            <a:off x="190080" y="85212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0929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2" name=""/>
          <p:cNvSpPr/>
          <p:nvPr/>
        </p:nvSpPr>
        <p:spPr>
          <a:xfrm>
            <a:off x="190080" y="85212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bf909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3" name=""/>
          <p:cNvSpPr/>
          <p:nvPr/>
        </p:nvSpPr>
        <p:spPr>
          <a:xfrm>
            <a:off x="190080" y="85176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e8e8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4" name=""/>
          <p:cNvSpPr/>
          <p:nvPr/>
        </p:nvSpPr>
        <p:spPr>
          <a:xfrm>
            <a:off x="190080" y="85176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bd8c8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5" name=""/>
          <p:cNvSpPr/>
          <p:nvPr/>
        </p:nvSpPr>
        <p:spPr>
          <a:xfrm>
            <a:off x="190080" y="85140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c8b8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6" name=""/>
          <p:cNvSpPr/>
          <p:nvPr/>
        </p:nvSpPr>
        <p:spPr>
          <a:xfrm>
            <a:off x="190080" y="85140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bb898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7" name=""/>
          <p:cNvSpPr/>
          <p:nvPr/>
        </p:nvSpPr>
        <p:spPr>
          <a:xfrm>
            <a:off x="190080" y="85104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a878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8" name=""/>
          <p:cNvSpPr/>
          <p:nvPr/>
        </p:nvSpPr>
        <p:spPr>
          <a:xfrm>
            <a:off x="190080" y="85068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985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9" name=""/>
          <p:cNvSpPr/>
          <p:nvPr/>
        </p:nvSpPr>
        <p:spPr>
          <a:xfrm>
            <a:off x="190080" y="85068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b8848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0" name=""/>
          <p:cNvSpPr/>
          <p:nvPr/>
        </p:nvSpPr>
        <p:spPr>
          <a:xfrm>
            <a:off x="190080" y="85032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7828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1" name=""/>
          <p:cNvSpPr/>
          <p:nvPr/>
        </p:nvSpPr>
        <p:spPr>
          <a:xfrm>
            <a:off x="190080" y="85032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b680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2" name=""/>
          <p:cNvSpPr/>
          <p:nvPr/>
        </p:nvSpPr>
        <p:spPr>
          <a:xfrm>
            <a:off x="190080" y="84996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57e8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3" name=""/>
          <p:cNvSpPr/>
          <p:nvPr/>
        </p:nvSpPr>
        <p:spPr>
          <a:xfrm>
            <a:off x="190080" y="84996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b47d7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4" name=""/>
          <p:cNvSpPr/>
          <p:nvPr/>
        </p:nvSpPr>
        <p:spPr>
          <a:xfrm>
            <a:off x="190080" y="84960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37b7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5" name=""/>
          <p:cNvSpPr/>
          <p:nvPr/>
        </p:nvSpPr>
        <p:spPr>
          <a:xfrm>
            <a:off x="190080" y="84960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b2797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6" name=""/>
          <p:cNvSpPr/>
          <p:nvPr/>
        </p:nvSpPr>
        <p:spPr>
          <a:xfrm>
            <a:off x="190080" y="84924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1777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7" name=""/>
          <p:cNvSpPr/>
          <p:nvPr/>
        </p:nvSpPr>
        <p:spPr>
          <a:xfrm>
            <a:off x="190080" y="84888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0767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8" name=""/>
          <p:cNvSpPr/>
          <p:nvPr/>
        </p:nvSpPr>
        <p:spPr>
          <a:xfrm>
            <a:off x="190080" y="84888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af747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9" name=""/>
          <p:cNvSpPr/>
          <p:nvPr/>
        </p:nvSpPr>
        <p:spPr>
          <a:xfrm>
            <a:off x="190080" y="84852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e727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0" name=""/>
          <p:cNvSpPr/>
          <p:nvPr/>
        </p:nvSpPr>
        <p:spPr>
          <a:xfrm>
            <a:off x="190080" y="84852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ad707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1" name=""/>
          <p:cNvSpPr/>
          <p:nvPr/>
        </p:nvSpPr>
        <p:spPr>
          <a:xfrm>
            <a:off x="190080" y="84816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c6f7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2" name=""/>
          <p:cNvSpPr/>
          <p:nvPr/>
        </p:nvSpPr>
        <p:spPr>
          <a:xfrm>
            <a:off x="190080" y="84816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ab6d6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3" name=""/>
          <p:cNvSpPr/>
          <p:nvPr/>
        </p:nvSpPr>
        <p:spPr>
          <a:xfrm>
            <a:off x="190080" y="84780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a6b6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4" name=""/>
          <p:cNvSpPr/>
          <p:nvPr/>
        </p:nvSpPr>
        <p:spPr>
          <a:xfrm>
            <a:off x="190080" y="84780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a9696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5" name=""/>
          <p:cNvSpPr/>
          <p:nvPr/>
        </p:nvSpPr>
        <p:spPr>
          <a:xfrm>
            <a:off x="190080" y="84744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8686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6" name=""/>
          <p:cNvSpPr/>
          <p:nvPr/>
        </p:nvSpPr>
        <p:spPr>
          <a:xfrm>
            <a:off x="190080" y="84744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a7666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7" name=""/>
          <p:cNvSpPr/>
          <p:nvPr/>
        </p:nvSpPr>
        <p:spPr>
          <a:xfrm>
            <a:off x="190080" y="84708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6646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8" name=""/>
          <p:cNvSpPr/>
          <p:nvPr/>
        </p:nvSpPr>
        <p:spPr>
          <a:xfrm>
            <a:off x="190080" y="84672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562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9" name=""/>
          <p:cNvSpPr/>
          <p:nvPr/>
        </p:nvSpPr>
        <p:spPr>
          <a:xfrm>
            <a:off x="190080" y="84672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a4616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0" name=""/>
          <p:cNvSpPr/>
          <p:nvPr/>
        </p:nvSpPr>
        <p:spPr>
          <a:xfrm>
            <a:off x="190080" y="84636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35f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1" name=""/>
          <p:cNvSpPr/>
          <p:nvPr/>
        </p:nvSpPr>
        <p:spPr>
          <a:xfrm>
            <a:off x="190080" y="84636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a25d5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2" name=""/>
          <p:cNvSpPr/>
          <p:nvPr/>
        </p:nvSpPr>
        <p:spPr>
          <a:xfrm>
            <a:off x="190080" y="84600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15b5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3" name=""/>
          <p:cNvSpPr/>
          <p:nvPr/>
        </p:nvSpPr>
        <p:spPr>
          <a:xfrm>
            <a:off x="190080" y="84600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a05a5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4" name=""/>
          <p:cNvSpPr/>
          <p:nvPr/>
        </p:nvSpPr>
        <p:spPr>
          <a:xfrm>
            <a:off x="190080" y="84564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f585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5" name=""/>
          <p:cNvSpPr/>
          <p:nvPr/>
        </p:nvSpPr>
        <p:spPr>
          <a:xfrm>
            <a:off x="190080" y="84564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9e565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6" name=""/>
          <p:cNvSpPr/>
          <p:nvPr/>
        </p:nvSpPr>
        <p:spPr>
          <a:xfrm>
            <a:off x="190080" y="84528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d545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7" name=""/>
          <p:cNvSpPr/>
          <p:nvPr/>
        </p:nvSpPr>
        <p:spPr>
          <a:xfrm>
            <a:off x="190080" y="84492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c535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8" name=""/>
          <p:cNvSpPr/>
          <p:nvPr/>
        </p:nvSpPr>
        <p:spPr>
          <a:xfrm>
            <a:off x="190080" y="84492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9b515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9" name=""/>
          <p:cNvSpPr/>
          <p:nvPr/>
        </p:nvSpPr>
        <p:spPr>
          <a:xfrm>
            <a:off x="190080" y="84456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a4f5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0" name=""/>
          <p:cNvSpPr/>
          <p:nvPr/>
        </p:nvSpPr>
        <p:spPr>
          <a:xfrm>
            <a:off x="190080" y="84456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994d4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1" name=""/>
          <p:cNvSpPr/>
          <p:nvPr/>
        </p:nvSpPr>
        <p:spPr>
          <a:xfrm>
            <a:off x="190080" y="84420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84b4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2" name=""/>
          <p:cNvSpPr/>
          <p:nvPr/>
        </p:nvSpPr>
        <p:spPr>
          <a:xfrm>
            <a:off x="190080" y="84420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964a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3" name=""/>
          <p:cNvSpPr/>
          <p:nvPr/>
        </p:nvSpPr>
        <p:spPr>
          <a:xfrm>
            <a:off x="190080" y="84384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5484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4" name=""/>
          <p:cNvSpPr/>
          <p:nvPr/>
        </p:nvSpPr>
        <p:spPr>
          <a:xfrm>
            <a:off x="190080" y="84384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94464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5" name=""/>
          <p:cNvSpPr/>
          <p:nvPr/>
        </p:nvSpPr>
        <p:spPr>
          <a:xfrm>
            <a:off x="190080" y="84348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3444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6" name=""/>
          <p:cNvSpPr/>
          <p:nvPr/>
        </p:nvSpPr>
        <p:spPr>
          <a:xfrm>
            <a:off x="190080" y="84348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92434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7" name=""/>
          <p:cNvSpPr/>
          <p:nvPr/>
        </p:nvSpPr>
        <p:spPr>
          <a:xfrm>
            <a:off x="190080" y="84312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1414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8" name=""/>
          <p:cNvSpPr/>
          <p:nvPr/>
        </p:nvSpPr>
        <p:spPr>
          <a:xfrm>
            <a:off x="190080" y="84276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03f4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9" name=""/>
          <p:cNvSpPr/>
          <p:nvPr/>
        </p:nvSpPr>
        <p:spPr>
          <a:xfrm>
            <a:off x="190080" y="84276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8f3d3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0" name=""/>
          <p:cNvSpPr/>
          <p:nvPr/>
        </p:nvSpPr>
        <p:spPr>
          <a:xfrm>
            <a:off x="190080" y="84240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e3c3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1" name=""/>
          <p:cNvSpPr/>
          <p:nvPr/>
        </p:nvSpPr>
        <p:spPr>
          <a:xfrm>
            <a:off x="190080" y="84240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8d3a3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2" name=""/>
          <p:cNvSpPr/>
          <p:nvPr/>
        </p:nvSpPr>
        <p:spPr>
          <a:xfrm>
            <a:off x="190080" y="84204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c383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3" name=""/>
          <p:cNvSpPr/>
          <p:nvPr/>
        </p:nvSpPr>
        <p:spPr>
          <a:xfrm>
            <a:off x="190080" y="84204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8b363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4" name=""/>
          <p:cNvSpPr/>
          <p:nvPr/>
        </p:nvSpPr>
        <p:spPr>
          <a:xfrm>
            <a:off x="190080" y="84168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a353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5" name=""/>
          <p:cNvSpPr/>
          <p:nvPr/>
        </p:nvSpPr>
        <p:spPr>
          <a:xfrm>
            <a:off x="190080" y="84168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89333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6" name=""/>
          <p:cNvSpPr/>
          <p:nvPr/>
        </p:nvSpPr>
        <p:spPr>
          <a:xfrm>
            <a:off x="190080" y="84132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831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7" name=""/>
          <p:cNvSpPr/>
          <p:nvPr/>
        </p:nvSpPr>
        <p:spPr>
          <a:xfrm>
            <a:off x="190080" y="84096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72f3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8" name=""/>
          <p:cNvSpPr/>
          <p:nvPr/>
        </p:nvSpPr>
        <p:spPr>
          <a:xfrm>
            <a:off x="190080" y="84096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862e3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9" name=""/>
          <p:cNvSpPr/>
          <p:nvPr/>
        </p:nvSpPr>
        <p:spPr>
          <a:xfrm>
            <a:off x="190080" y="84060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52c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0" name=""/>
          <p:cNvSpPr/>
          <p:nvPr/>
        </p:nvSpPr>
        <p:spPr>
          <a:xfrm>
            <a:off x="190080" y="84060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842a2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1" name=""/>
          <p:cNvSpPr/>
          <p:nvPr/>
        </p:nvSpPr>
        <p:spPr>
          <a:xfrm>
            <a:off x="190080" y="84024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3282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2" name=""/>
          <p:cNvSpPr/>
          <p:nvPr/>
        </p:nvSpPr>
        <p:spPr>
          <a:xfrm>
            <a:off x="190080" y="84024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82272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3" name=""/>
          <p:cNvSpPr/>
          <p:nvPr/>
        </p:nvSpPr>
        <p:spPr>
          <a:xfrm>
            <a:off x="190080" y="83988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1252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4" name=""/>
          <p:cNvSpPr/>
          <p:nvPr/>
        </p:nvSpPr>
        <p:spPr>
          <a:xfrm>
            <a:off x="190080" y="83988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80232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5" name=""/>
          <p:cNvSpPr/>
          <p:nvPr/>
        </p:nvSpPr>
        <p:spPr>
          <a:xfrm>
            <a:off x="190080" y="83952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f212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6" name=""/>
          <p:cNvSpPr/>
          <p:nvPr/>
        </p:nvSpPr>
        <p:spPr>
          <a:xfrm>
            <a:off x="190080" y="83952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7e202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7" name=""/>
          <p:cNvSpPr/>
          <p:nvPr/>
        </p:nvSpPr>
        <p:spPr>
          <a:xfrm>
            <a:off x="190080" y="83916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d1e2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8" name=""/>
          <p:cNvSpPr/>
          <p:nvPr/>
        </p:nvSpPr>
        <p:spPr>
          <a:xfrm>
            <a:off x="190080" y="83880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c1c1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9" name=""/>
          <p:cNvSpPr/>
          <p:nvPr/>
        </p:nvSpPr>
        <p:spPr>
          <a:xfrm>
            <a:off x="190080" y="83880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7b1a1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0" name=""/>
          <p:cNvSpPr/>
          <p:nvPr/>
        </p:nvSpPr>
        <p:spPr>
          <a:xfrm>
            <a:off x="190080" y="83844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a191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1" name=""/>
          <p:cNvSpPr/>
          <p:nvPr/>
        </p:nvSpPr>
        <p:spPr>
          <a:xfrm>
            <a:off x="190080" y="83844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79171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2" name=""/>
          <p:cNvSpPr/>
          <p:nvPr/>
        </p:nvSpPr>
        <p:spPr>
          <a:xfrm>
            <a:off x="190080" y="83808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8151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3" name=""/>
          <p:cNvSpPr/>
          <p:nvPr/>
        </p:nvSpPr>
        <p:spPr>
          <a:xfrm>
            <a:off x="190080" y="83808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77131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4" name=""/>
          <p:cNvSpPr/>
          <p:nvPr/>
        </p:nvSpPr>
        <p:spPr>
          <a:xfrm>
            <a:off x="190080" y="83772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6121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5" name=""/>
          <p:cNvSpPr/>
          <p:nvPr/>
        </p:nvSpPr>
        <p:spPr>
          <a:xfrm>
            <a:off x="190080" y="83772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75101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6" name=""/>
          <p:cNvSpPr/>
          <p:nvPr/>
        </p:nvSpPr>
        <p:spPr>
          <a:xfrm>
            <a:off x="190080" y="83736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40e1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7" name=""/>
          <p:cNvSpPr/>
          <p:nvPr/>
        </p:nvSpPr>
        <p:spPr>
          <a:xfrm>
            <a:off x="190080" y="83736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730c0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8" name=""/>
          <p:cNvSpPr/>
          <p:nvPr/>
        </p:nvSpPr>
        <p:spPr>
          <a:xfrm>
            <a:off x="190080" y="83700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20b0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9" name=""/>
          <p:cNvSpPr/>
          <p:nvPr/>
        </p:nvSpPr>
        <p:spPr>
          <a:xfrm>
            <a:off x="190080" y="83664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1090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0" name=""/>
          <p:cNvSpPr/>
          <p:nvPr/>
        </p:nvSpPr>
        <p:spPr>
          <a:xfrm>
            <a:off x="190080" y="83664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70070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1" name=""/>
          <p:cNvSpPr/>
          <p:nvPr/>
        </p:nvSpPr>
        <p:spPr>
          <a:xfrm>
            <a:off x="190080" y="83628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6f05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2" name=""/>
          <p:cNvSpPr/>
          <p:nvPr/>
        </p:nvSpPr>
        <p:spPr>
          <a:xfrm>
            <a:off x="190080" y="880560"/>
            <a:ext cx="1700640" cy="585360"/>
          </a:xfrm>
          <a:custGeom>
            <a:avLst/>
            <a:gdLst/>
            <a:ahLst/>
            <a:rect l="0" t="0" r="r" b="b"/>
            <a:pathLst>
              <a:path w="4724" h="1626">
                <a:moveTo>
                  <a:pt x="0" y="1484"/>
                </a:moveTo>
                <a:cubicBezTo>
                  <a:pt x="0" y="1562"/>
                  <a:pt x="64" y="1626"/>
                  <a:pt x="141" y="1626"/>
                </a:cubicBezTo>
                <a:lnTo>
                  <a:pt x="4583" y="1626"/>
                </a:lnTo>
                <a:cubicBezTo>
                  <a:pt x="4660" y="1626"/>
                  <a:pt x="4724" y="1562"/>
                  <a:pt x="4724" y="1484"/>
                </a:cubicBezTo>
                <a:lnTo>
                  <a:pt x="4724" y="0"/>
                </a:lnTo>
                <a:lnTo>
                  <a:pt x="0" y="0"/>
                </a:lnTo>
                <a:lnTo>
                  <a:pt x="0" y="1484"/>
                </a:lnTo>
                <a:close/>
              </a:path>
            </a:pathLst>
          </a:custGeom>
          <a:solidFill>
            <a:srgbClr val="f1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3" name=""/>
          <p:cNvSpPr/>
          <p:nvPr/>
        </p:nvSpPr>
        <p:spPr>
          <a:xfrm>
            <a:off x="338040" y="908640"/>
            <a:ext cx="121320" cy="120960"/>
          </a:xfrm>
          <a:custGeom>
            <a:avLst/>
            <a:gdLst/>
            <a:ahLst/>
            <a:rect l="0" t="0" r="r" b="b"/>
            <a:pathLst>
              <a:path w="337" h="336">
                <a:moveTo>
                  <a:pt x="337" y="167"/>
                </a:moveTo>
                <a:cubicBezTo>
                  <a:pt x="337" y="75"/>
                  <a:pt x="262" y="0"/>
                  <a:pt x="168" y="0"/>
                </a:cubicBezTo>
                <a:cubicBezTo>
                  <a:pt x="75" y="0"/>
                  <a:pt x="0" y="75"/>
                  <a:pt x="0" y="167"/>
                </a:cubicBezTo>
                <a:cubicBezTo>
                  <a:pt x="0" y="260"/>
                  <a:pt x="75" y="336"/>
                  <a:pt x="168" y="336"/>
                </a:cubicBezTo>
                <a:cubicBezTo>
                  <a:pt x="262" y="336"/>
                  <a:pt x="337" y="260"/>
                  <a:pt x="337" y="167"/>
                </a:cubicBezTo>
                <a:close/>
              </a:path>
            </a:pathLst>
          </a:custGeom>
          <a:solidFill>
            <a:srgbClr val="9407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4" name=""/>
          <p:cNvSpPr txBox="1"/>
          <p:nvPr/>
        </p:nvSpPr>
        <p:spPr>
          <a:xfrm>
            <a:off x="630360" y="685800"/>
            <a:ext cx="823680" cy="14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GB" sz="103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Conclusion 1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5" name=""/>
          <p:cNvSpPr txBox="1"/>
          <p:nvPr/>
        </p:nvSpPr>
        <p:spPr>
          <a:xfrm>
            <a:off x="371880" y="919800"/>
            <a:ext cx="9576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GB" sz="7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GB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6" name=""/>
          <p:cNvSpPr/>
          <p:nvPr/>
        </p:nvSpPr>
        <p:spPr>
          <a:xfrm>
            <a:off x="338040" y="1114920"/>
            <a:ext cx="121320" cy="120960"/>
          </a:xfrm>
          <a:custGeom>
            <a:avLst/>
            <a:gdLst/>
            <a:ahLst/>
            <a:rect l="0" t="0" r="r" b="b"/>
            <a:pathLst>
              <a:path w="337" h="336">
                <a:moveTo>
                  <a:pt x="337" y="169"/>
                </a:moveTo>
                <a:cubicBezTo>
                  <a:pt x="337" y="75"/>
                  <a:pt x="262" y="0"/>
                  <a:pt x="168" y="0"/>
                </a:cubicBezTo>
                <a:cubicBezTo>
                  <a:pt x="75" y="0"/>
                  <a:pt x="0" y="75"/>
                  <a:pt x="0" y="169"/>
                </a:cubicBezTo>
                <a:cubicBezTo>
                  <a:pt x="0" y="261"/>
                  <a:pt x="75" y="336"/>
                  <a:pt x="168" y="336"/>
                </a:cubicBezTo>
                <a:cubicBezTo>
                  <a:pt x="262" y="336"/>
                  <a:pt x="337" y="261"/>
                  <a:pt x="337" y="169"/>
                </a:cubicBezTo>
                <a:close/>
              </a:path>
            </a:pathLst>
          </a:custGeom>
          <a:solidFill>
            <a:srgbClr val="9407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7" name=""/>
          <p:cNvSpPr txBox="1"/>
          <p:nvPr/>
        </p:nvSpPr>
        <p:spPr>
          <a:xfrm>
            <a:off x="518400" y="909000"/>
            <a:ext cx="205200" cy="120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GB" sz="8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item</a:t>
            </a:r>
            <a:endParaRPr lang="en-GB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8" name=""/>
          <p:cNvSpPr txBox="1"/>
          <p:nvPr/>
        </p:nvSpPr>
        <p:spPr>
          <a:xfrm>
            <a:off x="371880" y="1126080"/>
            <a:ext cx="9576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GB" sz="7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GB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9" name=""/>
          <p:cNvSpPr/>
          <p:nvPr/>
        </p:nvSpPr>
        <p:spPr>
          <a:xfrm>
            <a:off x="338040" y="1321560"/>
            <a:ext cx="121320" cy="120960"/>
          </a:xfrm>
          <a:custGeom>
            <a:avLst/>
            <a:gdLst/>
            <a:ahLst/>
            <a:rect l="0" t="0" r="r" b="b"/>
            <a:pathLst>
              <a:path w="337" h="336">
                <a:moveTo>
                  <a:pt x="337" y="167"/>
                </a:moveTo>
                <a:cubicBezTo>
                  <a:pt x="337" y="75"/>
                  <a:pt x="262" y="0"/>
                  <a:pt x="168" y="0"/>
                </a:cubicBezTo>
                <a:cubicBezTo>
                  <a:pt x="75" y="0"/>
                  <a:pt x="0" y="75"/>
                  <a:pt x="0" y="167"/>
                </a:cubicBezTo>
                <a:cubicBezTo>
                  <a:pt x="0" y="261"/>
                  <a:pt x="75" y="336"/>
                  <a:pt x="168" y="336"/>
                </a:cubicBezTo>
                <a:cubicBezTo>
                  <a:pt x="262" y="336"/>
                  <a:pt x="337" y="261"/>
                  <a:pt x="337" y="167"/>
                </a:cubicBezTo>
                <a:close/>
              </a:path>
            </a:pathLst>
          </a:custGeom>
          <a:solidFill>
            <a:srgbClr val="9407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0" name=""/>
          <p:cNvSpPr txBox="1"/>
          <p:nvPr/>
        </p:nvSpPr>
        <p:spPr>
          <a:xfrm>
            <a:off x="518400" y="1115280"/>
            <a:ext cx="205200" cy="120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GB" sz="8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item</a:t>
            </a:r>
            <a:endParaRPr lang="en-GB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1" name=""/>
          <p:cNvSpPr txBox="1"/>
          <p:nvPr/>
        </p:nvSpPr>
        <p:spPr>
          <a:xfrm>
            <a:off x="371880" y="1332720"/>
            <a:ext cx="9576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GB" sz="7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GB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2" name=""/>
          <p:cNvSpPr/>
          <p:nvPr/>
        </p:nvSpPr>
        <p:spPr>
          <a:xfrm>
            <a:off x="2029680" y="670320"/>
            <a:ext cx="1700640" cy="178920"/>
          </a:xfrm>
          <a:custGeom>
            <a:avLst/>
            <a:gdLst/>
            <a:ahLst/>
            <a:rect l="0" t="0" r="r" b="b"/>
            <a:pathLst>
              <a:path w="4724" h="497">
                <a:moveTo>
                  <a:pt x="0" y="141"/>
                </a:moveTo>
                <a:cubicBezTo>
                  <a:pt x="0" y="64"/>
                  <a:pt x="64" y="0"/>
                  <a:pt x="141" y="0"/>
                </a:cubicBezTo>
                <a:lnTo>
                  <a:pt x="4583" y="0"/>
                </a:lnTo>
                <a:cubicBezTo>
                  <a:pt x="4660" y="0"/>
                  <a:pt x="4724" y="64"/>
                  <a:pt x="4724" y="141"/>
                </a:cubicBezTo>
                <a:lnTo>
                  <a:pt x="4724" y="497"/>
                </a:lnTo>
                <a:lnTo>
                  <a:pt x="0" y="497"/>
                </a:lnTo>
                <a:lnTo>
                  <a:pt x="0" y="141"/>
                </a:lnTo>
                <a:close/>
              </a:path>
            </a:pathLst>
          </a:custGeom>
          <a:solidFill>
            <a:srgbClr val="006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3" name=""/>
          <p:cNvSpPr txBox="1"/>
          <p:nvPr/>
        </p:nvSpPr>
        <p:spPr>
          <a:xfrm>
            <a:off x="518400" y="1321920"/>
            <a:ext cx="205200" cy="120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GB" sz="8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item</a:t>
            </a:r>
            <a:endParaRPr lang="en-GB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4" name=""/>
          <p:cNvSpPr/>
          <p:nvPr/>
        </p:nvSpPr>
        <p:spPr>
          <a:xfrm>
            <a:off x="2029680" y="861840"/>
            <a:ext cx="1700640" cy="25560"/>
          </a:xfrm>
          <a:custGeom>
            <a:avLst/>
            <a:gdLst/>
            <a:ahLst/>
            <a:rect l="0" t="0" r="r" b="b"/>
            <a:pathLst>
              <a:path w="4724" h="71">
                <a:moveTo>
                  <a:pt x="0" y="0"/>
                </a:moveTo>
                <a:lnTo>
                  <a:pt x="4724" y="0"/>
                </a:lnTo>
                <a:lnTo>
                  <a:pt x="4724" y="71"/>
                </a:lnTo>
                <a:lnTo>
                  <a:pt x="0" y="71"/>
                </a:lnTo>
                <a:lnTo>
                  <a:pt x="0" y="0"/>
                </a:lnTo>
                <a:close/>
              </a:path>
            </a:pathLst>
          </a:custGeom>
          <a:solidFill>
            <a:srgbClr val="e5efe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5" name=""/>
          <p:cNvSpPr/>
          <p:nvPr/>
        </p:nvSpPr>
        <p:spPr>
          <a:xfrm>
            <a:off x="2029680" y="86148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4ee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6" name=""/>
          <p:cNvSpPr/>
          <p:nvPr/>
        </p:nvSpPr>
        <p:spPr>
          <a:xfrm>
            <a:off x="2029680" y="86148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e2ed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7" name=""/>
          <p:cNvSpPr/>
          <p:nvPr/>
        </p:nvSpPr>
        <p:spPr>
          <a:xfrm>
            <a:off x="2029680" y="86112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0ec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8" name=""/>
          <p:cNvSpPr/>
          <p:nvPr/>
        </p:nvSpPr>
        <p:spPr>
          <a:xfrm>
            <a:off x="2029680" y="86076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eeb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9" name=""/>
          <p:cNvSpPr/>
          <p:nvPr/>
        </p:nvSpPr>
        <p:spPr>
          <a:xfrm>
            <a:off x="2029680" y="86076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dde9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0" name=""/>
          <p:cNvSpPr/>
          <p:nvPr/>
        </p:nvSpPr>
        <p:spPr>
          <a:xfrm>
            <a:off x="2029680" y="86040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be8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1" name=""/>
          <p:cNvSpPr/>
          <p:nvPr/>
        </p:nvSpPr>
        <p:spPr>
          <a:xfrm>
            <a:off x="2029680" y="86040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d9e7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2" name=""/>
          <p:cNvSpPr/>
          <p:nvPr/>
        </p:nvSpPr>
        <p:spPr>
          <a:xfrm>
            <a:off x="2029680" y="86004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7e6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3" name=""/>
          <p:cNvSpPr/>
          <p:nvPr/>
        </p:nvSpPr>
        <p:spPr>
          <a:xfrm>
            <a:off x="2029680" y="86004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d5e5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4" name=""/>
          <p:cNvSpPr/>
          <p:nvPr/>
        </p:nvSpPr>
        <p:spPr>
          <a:xfrm>
            <a:off x="2029680" y="85968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4e4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5" name=""/>
          <p:cNvSpPr/>
          <p:nvPr/>
        </p:nvSpPr>
        <p:spPr>
          <a:xfrm>
            <a:off x="2029680" y="85968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d2e3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6" name=""/>
          <p:cNvSpPr/>
          <p:nvPr/>
        </p:nvSpPr>
        <p:spPr>
          <a:xfrm>
            <a:off x="2029680" y="85932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0e2d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7" name=""/>
          <p:cNvSpPr/>
          <p:nvPr/>
        </p:nvSpPr>
        <p:spPr>
          <a:xfrm>
            <a:off x="2029680" y="85896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ee0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8" name=""/>
          <p:cNvSpPr/>
          <p:nvPr/>
        </p:nvSpPr>
        <p:spPr>
          <a:xfrm>
            <a:off x="2029680" y="85896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ccdf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9" name=""/>
          <p:cNvSpPr/>
          <p:nvPr/>
        </p:nvSpPr>
        <p:spPr>
          <a:xfrm>
            <a:off x="2029680" y="85860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bde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0" name=""/>
          <p:cNvSpPr/>
          <p:nvPr/>
        </p:nvSpPr>
        <p:spPr>
          <a:xfrm>
            <a:off x="2029680" y="85860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c9dd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1" name=""/>
          <p:cNvSpPr/>
          <p:nvPr/>
        </p:nvSpPr>
        <p:spPr>
          <a:xfrm>
            <a:off x="2029680" y="85824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7dcc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2" name=""/>
          <p:cNvSpPr/>
          <p:nvPr/>
        </p:nvSpPr>
        <p:spPr>
          <a:xfrm>
            <a:off x="2029680" y="85824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c5dbc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3" name=""/>
          <p:cNvSpPr/>
          <p:nvPr/>
        </p:nvSpPr>
        <p:spPr>
          <a:xfrm>
            <a:off x="2029680" y="85788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3da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4" name=""/>
          <p:cNvSpPr/>
          <p:nvPr/>
        </p:nvSpPr>
        <p:spPr>
          <a:xfrm>
            <a:off x="2029680" y="85788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c2d9c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5" name=""/>
          <p:cNvSpPr/>
          <p:nvPr/>
        </p:nvSpPr>
        <p:spPr>
          <a:xfrm>
            <a:off x="2029680" y="85752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0d8c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6" name=""/>
          <p:cNvSpPr/>
          <p:nvPr/>
        </p:nvSpPr>
        <p:spPr>
          <a:xfrm>
            <a:off x="2029680" y="85752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bed6b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7" name=""/>
          <p:cNvSpPr/>
          <p:nvPr/>
        </p:nvSpPr>
        <p:spPr>
          <a:xfrm>
            <a:off x="2029680" y="85716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cd5b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8" name=""/>
          <p:cNvSpPr/>
          <p:nvPr/>
        </p:nvSpPr>
        <p:spPr>
          <a:xfrm>
            <a:off x="2029680" y="85680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ad4b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9" name=""/>
          <p:cNvSpPr/>
          <p:nvPr/>
        </p:nvSpPr>
        <p:spPr>
          <a:xfrm>
            <a:off x="2029680" y="85680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b9d3b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0" name=""/>
          <p:cNvSpPr/>
          <p:nvPr/>
        </p:nvSpPr>
        <p:spPr>
          <a:xfrm>
            <a:off x="2029680" y="85644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7d2b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1" name=""/>
          <p:cNvSpPr/>
          <p:nvPr/>
        </p:nvSpPr>
        <p:spPr>
          <a:xfrm>
            <a:off x="2029680" y="85644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b5d1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2" name=""/>
          <p:cNvSpPr/>
          <p:nvPr/>
        </p:nvSpPr>
        <p:spPr>
          <a:xfrm>
            <a:off x="2029680" y="85608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3d0b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3" name=""/>
          <p:cNvSpPr/>
          <p:nvPr/>
        </p:nvSpPr>
        <p:spPr>
          <a:xfrm>
            <a:off x="2029680" y="85608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b2cfb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4" name=""/>
          <p:cNvSpPr/>
          <p:nvPr/>
        </p:nvSpPr>
        <p:spPr>
          <a:xfrm>
            <a:off x="2029680" y="85572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0cdb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5" name=""/>
          <p:cNvSpPr/>
          <p:nvPr/>
        </p:nvSpPr>
        <p:spPr>
          <a:xfrm>
            <a:off x="2029680" y="85572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aecca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6" name=""/>
          <p:cNvSpPr/>
          <p:nvPr/>
        </p:nvSpPr>
        <p:spPr>
          <a:xfrm>
            <a:off x="2029680" y="85536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ccba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7" name=""/>
          <p:cNvSpPr/>
          <p:nvPr/>
        </p:nvSpPr>
        <p:spPr>
          <a:xfrm>
            <a:off x="2029680" y="85500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acaa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8" name=""/>
          <p:cNvSpPr/>
          <p:nvPr/>
        </p:nvSpPr>
        <p:spPr>
          <a:xfrm>
            <a:off x="2029680" y="85500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a9c9a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9" name=""/>
          <p:cNvSpPr/>
          <p:nvPr/>
        </p:nvSpPr>
        <p:spPr>
          <a:xfrm>
            <a:off x="2029680" y="85464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7c8a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0" name=""/>
          <p:cNvSpPr/>
          <p:nvPr/>
        </p:nvSpPr>
        <p:spPr>
          <a:xfrm>
            <a:off x="2029680" y="85464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a5c7a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1" name=""/>
          <p:cNvSpPr/>
          <p:nvPr/>
        </p:nvSpPr>
        <p:spPr>
          <a:xfrm>
            <a:off x="2029680" y="85428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3c6a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2" name=""/>
          <p:cNvSpPr/>
          <p:nvPr/>
        </p:nvSpPr>
        <p:spPr>
          <a:xfrm>
            <a:off x="2029680" y="85428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a1c4a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3" name=""/>
          <p:cNvSpPr/>
          <p:nvPr/>
        </p:nvSpPr>
        <p:spPr>
          <a:xfrm>
            <a:off x="2029680" y="85392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0c3a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4" name=""/>
          <p:cNvSpPr/>
          <p:nvPr/>
        </p:nvSpPr>
        <p:spPr>
          <a:xfrm>
            <a:off x="2029680" y="85392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9ec29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5" name=""/>
          <p:cNvSpPr/>
          <p:nvPr/>
        </p:nvSpPr>
        <p:spPr>
          <a:xfrm>
            <a:off x="2029680" y="85356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cc19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6" name=""/>
          <p:cNvSpPr/>
          <p:nvPr/>
        </p:nvSpPr>
        <p:spPr>
          <a:xfrm>
            <a:off x="2029680" y="85356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9ac09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7" name=""/>
          <p:cNvSpPr/>
          <p:nvPr/>
        </p:nvSpPr>
        <p:spPr>
          <a:xfrm>
            <a:off x="2029680" y="85320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8bf9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8" name=""/>
          <p:cNvSpPr/>
          <p:nvPr/>
        </p:nvSpPr>
        <p:spPr>
          <a:xfrm>
            <a:off x="2029680" y="85284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7be9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9" name=""/>
          <p:cNvSpPr/>
          <p:nvPr/>
        </p:nvSpPr>
        <p:spPr>
          <a:xfrm>
            <a:off x="2029680" y="85284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95bd9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0" name=""/>
          <p:cNvSpPr/>
          <p:nvPr/>
        </p:nvSpPr>
        <p:spPr>
          <a:xfrm>
            <a:off x="2029680" y="85248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3bc9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1" name=""/>
          <p:cNvSpPr/>
          <p:nvPr/>
        </p:nvSpPr>
        <p:spPr>
          <a:xfrm>
            <a:off x="2029680" y="85248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91ba9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2" name=""/>
          <p:cNvSpPr/>
          <p:nvPr/>
        </p:nvSpPr>
        <p:spPr>
          <a:xfrm>
            <a:off x="2029680" y="85212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fb98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3" name=""/>
          <p:cNvSpPr/>
          <p:nvPr/>
        </p:nvSpPr>
        <p:spPr>
          <a:xfrm>
            <a:off x="2029680" y="85212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8eb88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4" name=""/>
          <p:cNvSpPr/>
          <p:nvPr/>
        </p:nvSpPr>
        <p:spPr>
          <a:xfrm>
            <a:off x="2029680" y="85176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cb78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5" name=""/>
          <p:cNvSpPr/>
          <p:nvPr/>
        </p:nvSpPr>
        <p:spPr>
          <a:xfrm>
            <a:off x="2029680" y="85176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8ab68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6" name=""/>
          <p:cNvSpPr/>
          <p:nvPr/>
        </p:nvSpPr>
        <p:spPr>
          <a:xfrm>
            <a:off x="2029680" y="85140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8b58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7" name=""/>
          <p:cNvSpPr/>
          <p:nvPr/>
        </p:nvSpPr>
        <p:spPr>
          <a:xfrm>
            <a:off x="2029680" y="85140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86b48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8" name=""/>
          <p:cNvSpPr/>
          <p:nvPr/>
        </p:nvSpPr>
        <p:spPr>
          <a:xfrm>
            <a:off x="2029680" y="85104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5b38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9" name=""/>
          <p:cNvSpPr/>
          <p:nvPr/>
        </p:nvSpPr>
        <p:spPr>
          <a:xfrm>
            <a:off x="2029680" y="85068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3b18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0" name=""/>
          <p:cNvSpPr/>
          <p:nvPr/>
        </p:nvSpPr>
        <p:spPr>
          <a:xfrm>
            <a:off x="2029680" y="85068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81b0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1" name=""/>
          <p:cNvSpPr/>
          <p:nvPr/>
        </p:nvSpPr>
        <p:spPr>
          <a:xfrm>
            <a:off x="2029680" y="85032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faf7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2" name=""/>
          <p:cNvSpPr/>
          <p:nvPr/>
        </p:nvSpPr>
        <p:spPr>
          <a:xfrm>
            <a:off x="2029680" y="85032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7eae7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3" name=""/>
          <p:cNvSpPr/>
          <p:nvPr/>
        </p:nvSpPr>
        <p:spPr>
          <a:xfrm>
            <a:off x="2029680" y="84996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cad7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4" name=""/>
          <p:cNvSpPr/>
          <p:nvPr/>
        </p:nvSpPr>
        <p:spPr>
          <a:xfrm>
            <a:off x="2029680" y="84996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7aac7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5" name=""/>
          <p:cNvSpPr/>
          <p:nvPr/>
        </p:nvSpPr>
        <p:spPr>
          <a:xfrm>
            <a:off x="2029680" y="84960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8a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6" name=""/>
          <p:cNvSpPr/>
          <p:nvPr/>
        </p:nvSpPr>
        <p:spPr>
          <a:xfrm>
            <a:off x="2029680" y="84960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76aa7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7" name=""/>
          <p:cNvSpPr/>
          <p:nvPr/>
        </p:nvSpPr>
        <p:spPr>
          <a:xfrm>
            <a:off x="2029680" y="84924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5a87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8" name=""/>
          <p:cNvSpPr/>
          <p:nvPr/>
        </p:nvSpPr>
        <p:spPr>
          <a:xfrm>
            <a:off x="2029680" y="84888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3a77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9" name=""/>
          <p:cNvSpPr/>
          <p:nvPr/>
        </p:nvSpPr>
        <p:spPr>
          <a:xfrm>
            <a:off x="2029680" y="84888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71a67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0" name=""/>
          <p:cNvSpPr/>
          <p:nvPr/>
        </p:nvSpPr>
        <p:spPr>
          <a:xfrm>
            <a:off x="2029680" y="84852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6fa56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1" name=""/>
          <p:cNvSpPr/>
          <p:nvPr/>
        </p:nvSpPr>
        <p:spPr>
          <a:xfrm>
            <a:off x="2029680" y="84852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6da46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2" name=""/>
          <p:cNvSpPr/>
          <p:nvPr/>
        </p:nvSpPr>
        <p:spPr>
          <a:xfrm>
            <a:off x="2029680" y="84816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6ca36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3" name=""/>
          <p:cNvSpPr/>
          <p:nvPr/>
        </p:nvSpPr>
        <p:spPr>
          <a:xfrm>
            <a:off x="2029680" y="84816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6aa26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4" name=""/>
          <p:cNvSpPr/>
          <p:nvPr/>
        </p:nvSpPr>
        <p:spPr>
          <a:xfrm>
            <a:off x="2029680" y="84780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68a16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5" name=""/>
          <p:cNvSpPr/>
          <p:nvPr/>
        </p:nvSpPr>
        <p:spPr>
          <a:xfrm>
            <a:off x="2029680" y="84780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66a06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6" name=""/>
          <p:cNvSpPr/>
          <p:nvPr/>
        </p:nvSpPr>
        <p:spPr>
          <a:xfrm>
            <a:off x="2029680" y="84744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649e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7" name=""/>
          <p:cNvSpPr/>
          <p:nvPr/>
        </p:nvSpPr>
        <p:spPr>
          <a:xfrm>
            <a:off x="2029680" y="84744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639d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8" name=""/>
          <p:cNvSpPr/>
          <p:nvPr/>
        </p:nvSpPr>
        <p:spPr>
          <a:xfrm>
            <a:off x="2029680" y="84708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619c6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9" name=""/>
          <p:cNvSpPr/>
          <p:nvPr/>
        </p:nvSpPr>
        <p:spPr>
          <a:xfrm>
            <a:off x="2029680" y="84672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f9b5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0" name=""/>
          <p:cNvSpPr/>
          <p:nvPr/>
        </p:nvSpPr>
        <p:spPr>
          <a:xfrm>
            <a:off x="2029680" y="84672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5d9a5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1" name=""/>
          <p:cNvSpPr/>
          <p:nvPr/>
        </p:nvSpPr>
        <p:spPr>
          <a:xfrm>
            <a:off x="2029680" y="84636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b995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2" name=""/>
          <p:cNvSpPr/>
          <p:nvPr/>
        </p:nvSpPr>
        <p:spPr>
          <a:xfrm>
            <a:off x="2029680" y="84636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5a985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3" name=""/>
          <p:cNvSpPr/>
          <p:nvPr/>
        </p:nvSpPr>
        <p:spPr>
          <a:xfrm>
            <a:off x="2029680" y="84600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8975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4" name=""/>
          <p:cNvSpPr/>
          <p:nvPr/>
        </p:nvSpPr>
        <p:spPr>
          <a:xfrm>
            <a:off x="2029680" y="84600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56955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5" name=""/>
          <p:cNvSpPr/>
          <p:nvPr/>
        </p:nvSpPr>
        <p:spPr>
          <a:xfrm>
            <a:off x="2029680" y="84564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4945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6" name=""/>
          <p:cNvSpPr/>
          <p:nvPr/>
        </p:nvSpPr>
        <p:spPr>
          <a:xfrm>
            <a:off x="2029680" y="84564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52935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7" name=""/>
          <p:cNvSpPr/>
          <p:nvPr/>
        </p:nvSpPr>
        <p:spPr>
          <a:xfrm>
            <a:off x="2029680" y="84528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1925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8" name=""/>
          <p:cNvSpPr/>
          <p:nvPr/>
        </p:nvSpPr>
        <p:spPr>
          <a:xfrm>
            <a:off x="2029680" y="84492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f914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9" name=""/>
          <p:cNvSpPr/>
          <p:nvPr/>
        </p:nvSpPr>
        <p:spPr>
          <a:xfrm>
            <a:off x="2029680" y="84492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4d904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0" name=""/>
          <p:cNvSpPr/>
          <p:nvPr/>
        </p:nvSpPr>
        <p:spPr>
          <a:xfrm>
            <a:off x="2029680" y="84456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b8f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1" name=""/>
          <p:cNvSpPr/>
          <p:nvPr/>
        </p:nvSpPr>
        <p:spPr>
          <a:xfrm>
            <a:off x="2029680" y="84456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4a8e4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2" name=""/>
          <p:cNvSpPr/>
          <p:nvPr/>
        </p:nvSpPr>
        <p:spPr>
          <a:xfrm>
            <a:off x="2029680" y="84420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88c4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3" name=""/>
          <p:cNvSpPr/>
          <p:nvPr/>
        </p:nvSpPr>
        <p:spPr>
          <a:xfrm>
            <a:off x="2029680" y="84420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468b4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4" name=""/>
          <p:cNvSpPr/>
          <p:nvPr/>
        </p:nvSpPr>
        <p:spPr>
          <a:xfrm>
            <a:off x="2029680" y="84384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48a4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5" name=""/>
          <p:cNvSpPr/>
          <p:nvPr/>
        </p:nvSpPr>
        <p:spPr>
          <a:xfrm>
            <a:off x="2029680" y="84384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42894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6" name=""/>
          <p:cNvSpPr/>
          <p:nvPr/>
        </p:nvSpPr>
        <p:spPr>
          <a:xfrm>
            <a:off x="2029680" y="84348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1884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7" name=""/>
          <p:cNvSpPr/>
          <p:nvPr/>
        </p:nvSpPr>
        <p:spPr>
          <a:xfrm>
            <a:off x="2029680" y="84348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3f873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8" name=""/>
          <p:cNvSpPr/>
          <p:nvPr/>
        </p:nvSpPr>
        <p:spPr>
          <a:xfrm>
            <a:off x="2029680" y="84312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d863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9" name=""/>
          <p:cNvSpPr/>
          <p:nvPr/>
        </p:nvSpPr>
        <p:spPr>
          <a:xfrm>
            <a:off x="2029680" y="84276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b85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0" name=""/>
          <p:cNvSpPr/>
          <p:nvPr/>
        </p:nvSpPr>
        <p:spPr>
          <a:xfrm>
            <a:off x="2029680" y="84276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39833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1" name=""/>
          <p:cNvSpPr/>
          <p:nvPr/>
        </p:nvSpPr>
        <p:spPr>
          <a:xfrm>
            <a:off x="2029680" y="84240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8823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2" name=""/>
          <p:cNvSpPr/>
          <p:nvPr/>
        </p:nvSpPr>
        <p:spPr>
          <a:xfrm>
            <a:off x="2029680" y="84240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36813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3" name=""/>
          <p:cNvSpPr/>
          <p:nvPr/>
        </p:nvSpPr>
        <p:spPr>
          <a:xfrm>
            <a:off x="2029680" y="84204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480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4" name=""/>
          <p:cNvSpPr/>
          <p:nvPr/>
        </p:nvSpPr>
        <p:spPr>
          <a:xfrm>
            <a:off x="2029680" y="84204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327f3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5" name=""/>
          <p:cNvSpPr/>
          <p:nvPr/>
        </p:nvSpPr>
        <p:spPr>
          <a:xfrm>
            <a:off x="2029680" y="84168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07e3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6" name=""/>
          <p:cNvSpPr/>
          <p:nvPr/>
        </p:nvSpPr>
        <p:spPr>
          <a:xfrm>
            <a:off x="2029680" y="84168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2f7d2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7" name=""/>
          <p:cNvSpPr/>
          <p:nvPr/>
        </p:nvSpPr>
        <p:spPr>
          <a:xfrm>
            <a:off x="2029680" y="84132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d7c2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8" name=""/>
          <p:cNvSpPr/>
          <p:nvPr/>
        </p:nvSpPr>
        <p:spPr>
          <a:xfrm>
            <a:off x="2029680" y="84096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b7b2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9" name=""/>
          <p:cNvSpPr/>
          <p:nvPr/>
        </p:nvSpPr>
        <p:spPr>
          <a:xfrm>
            <a:off x="2029680" y="84096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792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0" name=""/>
          <p:cNvSpPr/>
          <p:nvPr/>
        </p:nvSpPr>
        <p:spPr>
          <a:xfrm>
            <a:off x="2029680" y="84060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7782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1" name=""/>
          <p:cNvSpPr/>
          <p:nvPr/>
        </p:nvSpPr>
        <p:spPr>
          <a:xfrm>
            <a:off x="2029680" y="84060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26772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2" name=""/>
          <p:cNvSpPr/>
          <p:nvPr/>
        </p:nvSpPr>
        <p:spPr>
          <a:xfrm>
            <a:off x="2029680" y="84024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4762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3" name=""/>
          <p:cNvSpPr/>
          <p:nvPr/>
        </p:nvSpPr>
        <p:spPr>
          <a:xfrm>
            <a:off x="2029680" y="84024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22752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4" name=""/>
          <p:cNvSpPr/>
          <p:nvPr/>
        </p:nvSpPr>
        <p:spPr>
          <a:xfrm>
            <a:off x="2029680" y="83988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20742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5" name=""/>
          <p:cNvSpPr/>
          <p:nvPr/>
        </p:nvSpPr>
        <p:spPr>
          <a:xfrm>
            <a:off x="2029680" y="83988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1e731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6" name=""/>
          <p:cNvSpPr/>
          <p:nvPr/>
        </p:nvSpPr>
        <p:spPr>
          <a:xfrm>
            <a:off x="2029680" y="83952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d721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7" name=""/>
          <p:cNvSpPr/>
          <p:nvPr/>
        </p:nvSpPr>
        <p:spPr>
          <a:xfrm>
            <a:off x="2029680" y="83952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1b701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8" name=""/>
          <p:cNvSpPr/>
          <p:nvPr/>
        </p:nvSpPr>
        <p:spPr>
          <a:xfrm>
            <a:off x="2029680" y="83916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96f1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9" name=""/>
          <p:cNvSpPr/>
          <p:nvPr/>
        </p:nvSpPr>
        <p:spPr>
          <a:xfrm>
            <a:off x="2029680" y="83880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76e1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0" name=""/>
          <p:cNvSpPr/>
          <p:nvPr/>
        </p:nvSpPr>
        <p:spPr>
          <a:xfrm>
            <a:off x="2029680" y="83880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166d1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1" name=""/>
          <p:cNvSpPr/>
          <p:nvPr/>
        </p:nvSpPr>
        <p:spPr>
          <a:xfrm>
            <a:off x="2029680" y="83844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46c1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2" name=""/>
          <p:cNvSpPr/>
          <p:nvPr/>
        </p:nvSpPr>
        <p:spPr>
          <a:xfrm>
            <a:off x="2029680" y="83844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126b1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3" name=""/>
          <p:cNvSpPr/>
          <p:nvPr/>
        </p:nvSpPr>
        <p:spPr>
          <a:xfrm>
            <a:off x="2029680" y="83808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106a1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4" name=""/>
          <p:cNvSpPr/>
          <p:nvPr/>
        </p:nvSpPr>
        <p:spPr>
          <a:xfrm>
            <a:off x="2029680" y="83808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0e690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5" name=""/>
          <p:cNvSpPr/>
          <p:nvPr/>
        </p:nvSpPr>
        <p:spPr>
          <a:xfrm>
            <a:off x="2029680" y="83772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0d670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6" name=""/>
          <p:cNvSpPr/>
          <p:nvPr/>
        </p:nvSpPr>
        <p:spPr>
          <a:xfrm>
            <a:off x="2029680" y="83772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0b660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7" name=""/>
          <p:cNvSpPr/>
          <p:nvPr/>
        </p:nvSpPr>
        <p:spPr>
          <a:xfrm>
            <a:off x="2029680" y="83736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09650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8" name=""/>
          <p:cNvSpPr/>
          <p:nvPr/>
        </p:nvSpPr>
        <p:spPr>
          <a:xfrm>
            <a:off x="2029680" y="83736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07640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9" name=""/>
          <p:cNvSpPr/>
          <p:nvPr/>
        </p:nvSpPr>
        <p:spPr>
          <a:xfrm>
            <a:off x="2029680" y="83700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05630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0" name=""/>
          <p:cNvSpPr/>
          <p:nvPr/>
        </p:nvSpPr>
        <p:spPr>
          <a:xfrm>
            <a:off x="2029680" y="83664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0462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1" name=""/>
          <p:cNvSpPr/>
          <p:nvPr/>
        </p:nvSpPr>
        <p:spPr>
          <a:xfrm>
            <a:off x="2029680" y="83664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0261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2" name=""/>
          <p:cNvSpPr/>
          <p:nvPr/>
        </p:nvSpPr>
        <p:spPr>
          <a:xfrm>
            <a:off x="2029680" y="83628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006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3" name=""/>
          <p:cNvSpPr/>
          <p:nvPr/>
        </p:nvSpPr>
        <p:spPr>
          <a:xfrm>
            <a:off x="2029680" y="880560"/>
            <a:ext cx="1700640" cy="585360"/>
          </a:xfrm>
          <a:custGeom>
            <a:avLst/>
            <a:gdLst/>
            <a:ahLst/>
            <a:rect l="0" t="0" r="r" b="b"/>
            <a:pathLst>
              <a:path w="4724" h="1626">
                <a:moveTo>
                  <a:pt x="0" y="1484"/>
                </a:moveTo>
                <a:cubicBezTo>
                  <a:pt x="0" y="1562"/>
                  <a:pt x="64" y="1626"/>
                  <a:pt x="141" y="1626"/>
                </a:cubicBezTo>
                <a:lnTo>
                  <a:pt x="4583" y="1626"/>
                </a:lnTo>
                <a:cubicBezTo>
                  <a:pt x="4660" y="1626"/>
                  <a:pt x="4724" y="1562"/>
                  <a:pt x="4724" y="1484"/>
                </a:cubicBezTo>
                <a:lnTo>
                  <a:pt x="4724" y="0"/>
                </a:lnTo>
                <a:lnTo>
                  <a:pt x="0" y="0"/>
                </a:lnTo>
                <a:lnTo>
                  <a:pt x="0" y="1484"/>
                </a:lnTo>
                <a:close/>
              </a:path>
            </a:pathLst>
          </a:custGeom>
          <a:solidFill>
            <a:srgbClr val="e5efe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4" name=""/>
          <p:cNvSpPr/>
          <p:nvPr/>
        </p:nvSpPr>
        <p:spPr>
          <a:xfrm>
            <a:off x="2177640" y="908640"/>
            <a:ext cx="121320" cy="120960"/>
          </a:xfrm>
          <a:custGeom>
            <a:avLst/>
            <a:gdLst/>
            <a:ahLst/>
            <a:rect l="0" t="0" r="r" b="b"/>
            <a:pathLst>
              <a:path w="337" h="336">
                <a:moveTo>
                  <a:pt x="337" y="167"/>
                </a:moveTo>
                <a:cubicBezTo>
                  <a:pt x="337" y="75"/>
                  <a:pt x="262" y="0"/>
                  <a:pt x="169" y="0"/>
                </a:cubicBezTo>
                <a:cubicBezTo>
                  <a:pt x="75" y="0"/>
                  <a:pt x="0" y="75"/>
                  <a:pt x="0" y="167"/>
                </a:cubicBezTo>
                <a:cubicBezTo>
                  <a:pt x="0" y="260"/>
                  <a:pt x="75" y="336"/>
                  <a:pt x="169" y="336"/>
                </a:cubicBezTo>
                <a:cubicBezTo>
                  <a:pt x="262" y="336"/>
                  <a:pt x="337" y="260"/>
                  <a:pt x="337" y="167"/>
                </a:cubicBezTo>
                <a:close/>
              </a:path>
            </a:pathLst>
          </a:custGeom>
          <a:solidFill>
            <a:srgbClr val="008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5" name=""/>
          <p:cNvSpPr txBox="1"/>
          <p:nvPr/>
        </p:nvSpPr>
        <p:spPr>
          <a:xfrm>
            <a:off x="2468160" y="685800"/>
            <a:ext cx="823680" cy="14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GB" sz="103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Conclusion 2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6" name=""/>
          <p:cNvSpPr txBox="1"/>
          <p:nvPr/>
        </p:nvSpPr>
        <p:spPr>
          <a:xfrm>
            <a:off x="2211480" y="919800"/>
            <a:ext cx="9576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GB" sz="7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GB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7" name=""/>
          <p:cNvSpPr/>
          <p:nvPr/>
        </p:nvSpPr>
        <p:spPr>
          <a:xfrm>
            <a:off x="2177640" y="1114920"/>
            <a:ext cx="121320" cy="120960"/>
          </a:xfrm>
          <a:custGeom>
            <a:avLst/>
            <a:gdLst/>
            <a:ahLst/>
            <a:rect l="0" t="0" r="r" b="b"/>
            <a:pathLst>
              <a:path w="337" h="336">
                <a:moveTo>
                  <a:pt x="337" y="169"/>
                </a:moveTo>
                <a:cubicBezTo>
                  <a:pt x="337" y="75"/>
                  <a:pt x="262" y="0"/>
                  <a:pt x="169" y="0"/>
                </a:cubicBezTo>
                <a:cubicBezTo>
                  <a:pt x="75" y="0"/>
                  <a:pt x="0" y="75"/>
                  <a:pt x="0" y="169"/>
                </a:cubicBezTo>
                <a:cubicBezTo>
                  <a:pt x="0" y="261"/>
                  <a:pt x="75" y="336"/>
                  <a:pt x="169" y="336"/>
                </a:cubicBezTo>
                <a:cubicBezTo>
                  <a:pt x="262" y="336"/>
                  <a:pt x="337" y="261"/>
                  <a:pt x="337" y="169"/>
                </a:cubicBezTo>
                <a:close/>
              </a:path>
            </a:pathLst>
          </a:custGeom>
          <a:solidFill>
            <a:srgbClr val="008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8" name=""/>
          <p:cNvSpPr txBox="1"/>
          <p:nvPr/>
        </p:nvSpPr>
        <p:spPr>
          <a:xfrm>
            <a:off x="2358000" y="909000"/>
            <a:ext cx="205200" cy="120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GB" sz="8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item</a:t>
            </a:r>
            <a:endParaRPr lang="en-GB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9" name=""/>
          <p:cNvSpPr txBox="1"/>
          <p:nvPr/>
        </p:nvSpPr>
        <p:spPr>
          <a:xfrm>
            <a:off x="2211480" y="1126080"/>
            <a:ext cx="9576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GB" sz="7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GB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0" name=""/>
          <p:cNvSpPr/>
          <p:nvPr/>
        </p:nvSpPr>
        <p:spPr>
          <a:xfrm>
            <a:off x="2177640" y="1321560"/>
            <a:ext cx="121320" cy="120960"/>
          </a:xfrm>
          <a:custGeom>
            <a:avLst/>
            <a:gdLst/>
            <a:ahLst/>
            <a:rect l="0" t="0" r="r" b="b"/>
            <a:pathLst>
              <a:path w="337" h="336">
                <a:moveTo>
                  <a:pt x="337" y="167"/>
                </a:moveTo>
                <a:cubicBezTo>
                  <a:pt x="337" y="75"/>
                  <a:pt x="262" y="0"/>
                  <a:pt x="169" y="0"/>
                </a:cubicBezTo>
                <a:cubicBezTo>
                  <a:pt x="75" y="0"/>
                  <a:pt x="0" y="75"/>
                  <a:pt x="0" y="167"/>
                </a:cubicBezTo>
                <a:cubicBezTo>
                  <a:pt x="0" y="261"/>
                  <a:pt x="75" y="336"/>
                  <a:pt x="169" y="336"/>
                </a:cubicBezTo>
                <a:cubicBezTo>
                  <a:pt x="262" y="336"/>
                  <a:pt x="337" y="261"/>
                  <a:pt x="337" y="167"/>
                </a:cubicBezTo>
                <a:close/>
              </a:path>
            </a:pathLst>
          </a:custGeom>
          <a:solidFill>
            <a:srgbClr val="008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1" name=""/>
          <p:cNvSpPr txBox="1"/>
          <p:nvPr/>
        </p:nvSpPr>
        <p:spPr>
          <a:xfrm>
            <a:off x="2358000" y="1115280"/>
            <a:ext cx="205200" cy="120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GB" sz="8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item</a:t>
            </a:r>
            <a:endParaRPr lang="en-GB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2" name=""/>
          <p:cNvSpPr txBox="1"/>
          <p:nvPr/>
        </p:nvSpPr>
        <p:spPr>
          <a:xfrm>
            <a:off x="2211480" y="1332720"/>
            <a:ext cx="9576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GB" sz="7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GB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3" name=""/>
          <p:cNvSpPr/>
          <p:nvPr/>
        </p:nvSpPr>
        <p:spPr>
          <a:xfrm>
            <a:off x="3869280" y="670320"/>
            <a:ext cx="1700640" cy="178920"/>
          </a:xfrm>
          <a:custGeom>
            <a:avLst/>
            <a:gdLst/>
            <a:ahLst/>
            <a:rect l="0" t="0" r="r" b="b"/>
            <a:pathLst>
              <a:path w="4724" h="497">
                <a:moveTo>
                  <a:pt x="0" y="141"/>
                </a:moveTo>
                <a:cubicBezTo>
                  <a:pt x="0" y="64"/>
                  <a:pt x="64" y="0"/>
                  <a:pt x="142" y="0"/>
                </a:cubicBezTo>
                <a:lnTo>
                  <a:pt x="4583" y="0"/>
                </a:lnTo>
                <a:cubicBezTo>
                  <a:pt x="4660" y="0"/>
                  <a:pt x="4724" y="64"/>
                  <a:pt x="4724" y="141"/>
                </a:cubicBezTo>
                <a:lnTo>
                  <a:pt x="4724" y="497"/>
                </a:lnTo>
                <a:lnTo>
                  <a:pt x="0" y="497"/>
                </a:lnTo>
                <a:lnTo>
                  <a:pt x="0" y="141"/>
                </a:lnTo>
                <a:close/>
              </a:path>
            </a:pathLst>
          </a:custGeom>
          <a:solidFill>
            <a:srgbClr val="bf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4" name=""/>
          <p:cNvSpPr txBox="1"/>
          <p:nvPr/>
        </p:nvSpPr>
        <p:spPr>
          <a:xfrm>
            <a:off x="2358000" y="1321920"/>
            <a:ext cx="205200" cy="120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GB" sz="8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item</a:t>
            </a:r>
            <a:endParaRPr lang="en-GB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5" name=""/>
          <p:cNvSpPr/>
          <p:nvPr/>
        </p:nvSpPr>
        <p:spPr>
          <a:xfrm>
            <a:off x="3869280" y="861840"/>
            <a:ext cx="1700640" cy="25560"/>
          </a:xfrm>
          <a:custGeom>
            <a:avLst/>
            <a:gdLst/>
            <a:ahLst/>
            <a:rect l="0" t="0" r="r" b="b"/>
            <a:pathLst>
              <a:path w="4724" h="71">
                <a:moveTo>
                  <a:pt x="0" y="0"/>
                </a:moveTo>
                <a:lnTo>
                  <a:pt x="4724" y="0"/>
                </a:lnTo>
                <a:lnTo>
                  <a:pt x="4724" y="71"/>
                </a:lnTo>
                <a:lnTo>
                  <a:pt x="0" y="71"/>
                </a:lnTo>
                <a:lnTo>
                  <a:pt x="0" y="0"/>
                </a:lnTo>
                <a:close/>
              </a:path>
            </a:pathLst>
          </a:custGeom>
          <a:solidFill>
            <a:srgbClr val="f9e5e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6" name=""/>
          <p:cNvSpPr/>
          <p:nvPr/>
        </p:nvSpPr>
        <p:spPr>
          <a:xfrm>
            <a:off x="3869280" y="86148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8e4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7" name=""/>
          <p:cNvSpPr/>
          <p:nvPr/>
        </p:nvSpPr>
        <p:spPr>
          <a:xfrm>
            <a:off x="3869280" y="86148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f8e2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8" name=""/>
          <p:cNvSpPr/>
          <p:nvPr/>
        </p:nvSpPr>
        <p:spPr>
          <a:xfrm>
            <a:off x="3869280" y="86112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7e0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9" name=""/>
          <p:cNvSpPr/>
          <p:nvPr/>
        </p:nvSpPr>
        <p:spPr>
          <a:xfrm>
            <a:off x="3869280" y="86076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7de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0" name=""/>
          <p:cNvSpPr/>
          <p:nvPr/>
        </p:nvSpPr>
        <p:spPr>
          <a:xfrm>
            <a:off x="3869280" y="86076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f6dd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1" name=""/>
          <p:cNvSpPr/>
          <p:nvPr/>
        </p:nvSpPr>
        <p:spPr>
          <a:xfrm>
            <a:off x="3869280" y="86040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6db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2" name=""/>
          <p:cNvSpPr/>
          <p:nvPr/>
        </p:nvSpPr>
        <p:spPr>
          <a:xfrm>
            <a:off x="3869280" y="86040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f5d9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3" name=""/>
          <p:cNvSpPr/>
          <p:nvPr/>
        </p:nvSpPr>
        <p:spPr>
          <a:xfrm>
            <a:off x="3869280" y="86004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5d7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4" name=""/>
          <p:cNvSpPr/>
          <p:nvPr/>
        </p:nvSpPr>
        <p:spPr>
          <a:xfrm>
            <a:off x="3869280" y="86004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f5d5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5" name=""/>
          <p:cNvSpPr/>
          <p:nvPr/>
        </p:nvSpPr>
        <p:spPr>
          <a:xfrm>
            <a:off x="3869280" y="85968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4d4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6" name=""/>
          <p:cNvSpPr/>
          <p:nvPr/>
        </p:nvSpPr>
        <p:spPr>
          <a:xfrm>
            <a:off x="3869280" y="85968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f4d2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7" name=""/>
          <p:cNvSpPr/>
          <p:nvPr/>
        </p:nvSpPr>
        <p:spPr>
          <a:xfrm>
            <a:off x="3869280" y="85932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3d0d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8" name=""/>
          <p:cNvSpPr/>
          <p:nvPr/>
        </p:nvSpPr>
        <p:spPr>
          <a:xfrm>
            <a:off x="3869280" y="85896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3ce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9" name=""/>
          <p:cNvSpPr/>
          <p:nvPr/>
        </p:nvSpPr>
        <p:spPr>
          <a:xfrm>
            <a:off x="3869280" y="85896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f2cc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0" name=""/>
          <p:cNvSpPr/>
          <p:nvPr/>
        </p:nvSpPr>
        <p:spPr>
          <a:xfrm>
            <a:off x="3869280" y="85860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2cb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1" name=""/>
          <p:cNvSpPr/>
          <p:nvPr/>
        </p:nvSpPr>
        <p:spPr>
          <a:xfrm>
            <a:off x="3869280" y="85860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f1c9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2" name=""/>
          <p:cNvSpPr/>
          <p:nvPr/>
        </p:nvSpPr>
        <p:spPr>
          <a:xfrm>
            <a:off x="3869280" y="85824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1c7c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3" name=""/>
          <p:cNvSpPr/>
          <p:nvPr/>
        </p:nvSpPr>
        <p:spPr>
          <a:xfrm>
            <a:off x="3869280" y="85824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f1c5c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4" name=""/>
          <p:cNvSpPr/>
          <p:nvPr/>
        </p:nvSpPr>
        <p:spPr>
          <a:xfrm>
            <a:off x="3869280" y="85788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0c3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5" name=""/>
          <p:cNvSpPr/>
          <p:nvPr/>
        </p:nvSpPr>
        <p:spPr>
          <a:xfrm>
            <a:off x="3869280" y="85788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f0c2c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6" name=""/>
          <p:cNvSpPr/>
          <p:nvPr/>
        </p:nvSpPr>
        <p:spPr>
          <a:xfrm>
            <a:off x="3869280" y="85752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fc0c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7" name=""/>
          <p:cNvSpPr/>
          <p:nvPr/>
        </p:nvSpPr>
        <p:spPr>
          <a:xfrm>
            <a:off x="3869280" y="85752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efbeb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8" name=""/>
          <p:cNvSpPr/>
          <p:nvPr/>
        </p:nvSpPr>
        <p:spPr>
          <a:xfrm>
            <a:off x="3869280" y="85716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ebcb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9" name=""/>
          <p:cNvSpPr/>
          <p:nvPr/>
        </p:nvSpPr>
        <p:spPr>
          <a:xfrm>
            <a:off x="3869280" y="85680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ebab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0" name=""/>
          <p:cNvSpPr/>
          <p:nvPr/>
        </p:nvSpPr>
        <p:spPr>
          <a:xfrm>
            <a:off x="3869280" y="85680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edb9b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1" name=""/>
          <p:cNvSpPr/>
          <p:nvPr/>
        </p:nvSpPr>
        <p:spPr>
          <a:xfrm>
            <a:off x="3869280" y="85644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db7b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2" name=""/>
          <p:cNvSpPr/>
          <p:nvPr/>
        </p:nvSpPr>
        <p:spPr>
          <a:xfrm>
            <a:off x="3869280" y="85644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edb5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3" name=""/>
          <p:cNvSpPr/>
          <p:nvPr/>
        </p:nvSpPr>
        <p:spPr>
          <a:xfrm>
            <a:off x="3869280" y="85608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cb3b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4" name=""/>
          <p:cNvSpPr/>
          <p:nvPr/>
        </p:nvSpPr>
        <p:spPr>
          <a:xfrm>
            <a:off x="3869280" y="85608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ecb2b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5" name=""/>
          <p:cNvSpPr/>
          <p:nvPr/>
        </p:nvSpPr>
        <p:spPr>
          <a:xfrm>
            <a:off x="3869280" y="85572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bb0b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6" name=""/>
          <p:cNvSpPr/>
          <p:nvPr/>
        </p:nvSpPr>
        <p:spPr>
          <a:xfrm>
            <a:off x="3869280" y="85572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ebaea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7" name=""/>
          <p:cNvSpPr/>
          <p:nvPr/>
        </p:nvSpPr>
        <p:spPr>
          <a:xfrm>
            <a:off x="3869280" y="85536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aaca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8" name=""/>
          <p:cNvSpPr/>
          <p:nvPr/>
        </p:nvSpPr>
        <p:spPr>
          <a:xfrm>
            <a:off x="3869280" y="85500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aaaa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9" name=""/>
          <p:cNvSpPr/>
          <p:nvPr/>
        </p:nvSpPr>
        <p:spPr>
          <a:xfrm>
            <a:off x="3869280" y="85500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e9a9a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0" name=""/>
          <p:cNvSpPr/>
          <p:nvPr/>
        </p:nvSpPr>
        <p:spPr>
          <a:xfrm>
            <a:off x="3869280" y="85464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9a7a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1" name=""/>
          <p:cNvSpPr/>
          <p:nvPr/>
        </p:nvSpPr>
        <p:spPr>
          <a:xfrm>
            <a:off x="3869280" y="85464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e8a5a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2" name=""/>
          <p:cNvSpPr/>
          <p:nvPr/>
        </p:nvSpPr>
        <p:spPr>
          <a:xfrm>
            <a:off x="3869280" y="85428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8a3a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3" name=""/>
          <p:cNvSpPr/>
          <p:nvPr/>
        </p:nvSpPr>
        <p:spPr>
          <a:xfrm>
            <a:off x="3869280" y="85428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e8a1a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4" name=""/>
          <p:cNvSpPr/>
          <p:nvPr/>
        </p:nvSpPr>
        <p:spPr>
          <a:xfrm>
            <a:off x="3869280" y="85392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7a0a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5" name=""/>
          <p:cNvSpPr/>
          <p:nvPr/>
        </p:nvSpPr>
        <p:spPr>
          <a:xfrm>
            <a:off x="3869280" y="85392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e79e9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6" name=""/>
          <p:cNvSpPr/>
          <p:nvPr/>
        </p:nvSpPr>
        <p:spPr>
          <a:xfrm>
            <a:off x="3869280" y="85356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69c9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7" name=""/>
          <p:cNvSpPr/>
          <p:nvPr/>
        </p:nvSpPr>
        <p:spPr>
          <a:xfrm>
            <a:off x="3869280" y="85356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e69a9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8" name=""/>
          <p:cNvSpPr/>
          <p:nvPr/>
        </p:nvSpPr>
        <p:spPr>
          <a:xfrm>
            <a:off x="3869280" y="85320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5989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9" name=""/>
          <p:cNvSpPr/>
          <p:nvPr/>
        </p:nvSpPr>
        <p:spPr>
          <a:xfrm>
            <a:off x="3869280" y="85284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5979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0" name=""/>
          <p:cNvSpPr/>
          <p:nvPr/>
        </p:nvSpPr>
        <p:spPr>
          <a:xfrm>
            <a:off x="3869280" y="85284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e4959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1" name=""/>
          <p:cNvSpPr/>
          <p:nvPr/>
        </p:nvSpPr>
        <p:spPr>
          <a:xfrm>
            <a:off x="3869280" y="85248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4939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2" name=""/>
          <p:cNvSpPr/>
          <p:nvPr/>
        </p:nvSpPr>
        <p:spPr>
          <a:xfrm>
            <a:off x="3869280" y="85248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e4919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3" name=""/>
          <p:cNvSpPr/>
          <p:nvPr/>
        </p:nvSpPr>
        <p:spPr>
          <a:xfrm>
            <a:off x="3869280" y="85212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38f8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4" name=""/>
          <p:cNvSpPr/>
          <p:nvPr/>
        </p:nvSpPr>
        <p:spPr>
          <a:xfrm>
            <a:off x="3869280" y="85212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e38e8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5" name=""/>
          <p:cNvSpPr/>
          <p:nvPr/>
        </p:nvSpPr>
        <p:spPr>
          <a:xfrm>
            <a:off x="3869280" y="85176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28c8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6" name=""/>
          <p:cNvSpPr/>
          <p:nvPr/>
        </p:nvSpPr>
        <p:spPr>
          <a:xfrm>
            <a:off x="3869280" y="85176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e28a8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7" name=""/>
          <p:cNvSpPr/>
          <p:nvPr/>
        </p:nvSpPr>
        <p:spPr>
          <a:xfrm>
            <a:off x="3869280" y="85140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1888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8" name=""/>
          <p:cNvSpPr/>
          <p:nvPr/>
        </p:nvSpPr>
        <p:spPr>
          <a:xfrm>
            <a:off x="3869280" y="85140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e1868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9" name=""/>
          <p:cNvSpPr/>
          <p:nvPr/>
        </p:nvSpPr>
        <p:spPr>
          <a:xfrm>
            <a:off x="3869280" y="85104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0858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0" name=""/>
          <p:cNvSpPr/>
          <p:nvPr/>
        </p:nvSpPr>
        <p:spPr>
          <a:xfrm>
            <a:off x="3869280" y="85068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0838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1" name=""/>
          <p:cNvSpPr/>
          <p:nvPr/>
        </p:nvSpPr>
        <p:spPr>
          <a:xfrm>
            <a:off x="3869280" y="85068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e081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2" name=""/>
          <p:cNvSpPr/>
          <p:nvPr/>
        </p:nvSpPr>
        <p:spPr>
          <a:xfrm>
            <a:off x="3869280" y="85032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f7f7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3" name=""/>
          <p:cNvSpPr/>
          <p:nvPr/>
        </p:nvSpPr>
        <p:spPr>
          <a:xfrm>
            <a:off x="3869280" y="85032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df7e7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4" name=""/>
          <p:cNvSpPr/>
          <p:nvPr/>
        </p:nvSpPr>
        <p:spPr>
          <a:xfrm>
            <a:off x="3869280" y="84996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e7c7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5" name=""/>
          <p:cNvSpPr/>
          <p:nvPr/>
        </p:nvSpPr>
        <p:spPr>
          <a:xfrm>
            <a:off x="3869280" y="84996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de7a7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6" name=""/>
          <p:cNvSpPr/>
          <p:nvPr/>
        </p:nvSpPr>
        <p:spPr>
          <a:xfrm>
            <a:off x="3869280" y="84960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d78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7" name=""/>
          <p:cNvSpPr/>
          <p:nvPr/>
        </p:nvSpPr>
        <p:spPr>
          <a:xfrm>
            <a:off x="3869280" y="84960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dd767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8" name=""/>
          <p:cNvSpPr/>
          <p:nvPr/>
        </p:nvSpPr>
        <p:spPr>
          <a:xfrm>
            <a:off x="3869280" y="84924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c757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9" name=""/>
          <p:cNvSpPr/>
          <p:nvPr/>
        </p:nvSpPr>
        <p:spPr>
          <a:xfrm>
            <a:off x="3869280" y="84888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c737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0" name=""/>
          <p:cNvSpPr/>
          <p:nvPr/>
        </p:nvSpPr>
        <p:spPr>
          <a:xfrm>
            <a:off x="3869280" y="84888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db717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1" name=""/>
          <p:cNvSpPr/>
          <p:nvPr/>
        </p:nvSpPr>
        <p:spPr>
          <a:xfrm>
            <a:off x="3869280" y="84852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b6f6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2" name=""/>
          <p:cNvSpPr/>
          <p:nvPr/>
        </p:nvSpPr>
        <p:spPr>
          <a:xfrm>
            <a:off x="3869280" y="84852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db6d6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3" name=""/>
          <p:cNvSpPr/>
          <p:nvPr/>
        </p:nvSpPr>
        <p:spPr>
          <a:xfrm>
            <a:off x="3869280" y="84816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a6c6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4" name=""/>
          <p:cNvSpPr/>
          <p:nvPr/>
        </p:nvSpPr>
        <p:spPr>
          <a:xfrm>
            <a:off x="3869280" y="84816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da6a6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5" name=""/>
          <p:cNvSpPr/>
          <p:nvPr/>
        </p:nvSpPr>
        <p:spPr>
          <a:xfrm>
            <a:off x="3869280" y="84780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9686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6" name=""/>
          <p:cNvSpPr/>
          <p:nvPr/>
        </p:nvSpPr>
        <p:spPr>
          <a:xfrm>
            <a:off x="3869280" y="84780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d9666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7" name=""/>
          <p:cNvSpPr/>
          <p:nvPr/>
        </p:nvSpPr>
        <p:spPr>
          <a:xfrm>
            <a:off x="3869280" y="84744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864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8" name=""/>
          <p:cNvSpPr/>
          <p:nvPr/>
        </p:nvSpPr>
        <p:spPr>
          <a:xfrm>
            <a:off x="3869280" y="84744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d863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9" name=""/>
          <p:cNvSpPr/>
          <p:nvPr/>
        </p:nvSpPr>
        <p:spPr>
          <a:xfrm>
            <a:off x="3869280" y="84708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7616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0" name=""/>
          <p:cNvSpPr/>
          <p:nvPr/>
        </p:nvSpPr>
        <p:spPr>
          <a:xfrm>
            <a:off x="3869280" y="84672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75f5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1" name=""/>
          <p:cNvSpPr/>
          <p:nvPr/>
        </p:nvSpPr>
        <p:spPr>
          <a:xfrm>
            <a:off x="3869280" y="84672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d75d5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2" name=""/>
          <p:cNvSpPr/>
          <p:nvPr/>
        </p:nvSpPr>
        <p:spPr>
          <a:xfrm>
            <a:off x="3869280" y="84636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65b5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3" name=""/>
          <p:cNvSpPr/>
          <p:nvPr/>
        </p:nvSpPr>
        <p:spPr>
          <a:xfrm>
            <a:off x="3869280" y="84636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d65a5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4" name=""/>
          <p:cNvSpPr/>
          <p:nvPr/>
        </p:nvSpPr>
        <p:spPr>
          <a:xfrm>
            <a:off x="3869280" y="84600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5585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5" name=""/>
          <p:cNvSpPr/>
          <p:nvPr/>
        </p:nvSpPr>
        <p:spPr>
          <a:xfrm>
            <a:off x="3869280" y="84600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d5565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6" name=""/>
          <p:cNvSpPr/>
          <p:nvPr/>
        </p:nvSpPr>
        <p:spPr>
          <a:xfrm>
            <a:off x="3869280" y="84564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4545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7" name=""/>
          <p:cNvSpPr/>
          <p:nvPr/>
        </p:nvSpPr>
        <p:spPr>
          <a:xfrm>
            <a:off x="3869280" y="84564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d4525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8" name=""/>
          <p:cNvSpPr/>
          <p:nvPr/>
        </p:nvSpPr>
        <p:spPr>
          <a:xfrm>
            <a:off x="3869280" y="84528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3515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9" name=""/>
          <p:cNvSpPr/>
          <p:nvPr/>
        </p:nvSpPr>
        <p:spPr>
          <a:xfrm>
            <a:off x="3869280" y="84492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34f4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0" name=""/>
          <p:cNvSpPr/>
          <p:nvPr/>
        </p:nvSpPr>
        <p:spPr>
          <a:xfrm>
            <a:off x="3869280" y="84492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d34d4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1" name=""/>
          <p:cNvSpPr/>
          <p:nvPr/>
        </p:nvSpPr>
        <p:spPr>
          <a:xfrm>
            <a:off x="3869280" y="84456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24b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2" name=""/>
          <p:cNvSpPr/>
          <p:nvPr/>
        </p:nvSpPr>
        <p:spPr>
          <a:xfrm>
            <a:off x="3869280" y="84456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d24a4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3" name=""/>
          <p:cNvSpPr/>
          <p:nvPr/>
        </p:nvSpPr>
        <p:spPr>
          <a:xfrm>
            <a:off x="3869280" y="84420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1484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4" name=""/>
          <p:cNvSpPr/>
          <p:nvPr/>
        </p:nvSpPr>
        <p:spPr>
          <a:xfrm>
            <a:off x="3869280" y="84420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d1464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5" name=""/>
          <p:cNvSpPr/>
          <p:nvPr/>
        </p:nvSpPr>
        <p:spPr>
          <a:xfrm>
            <a:off x="3869280" y="84384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d0444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6" name=""/>
          <p:cNvSpPr/>
          <p:nvPr/>
        </p:nvSpPr>
        <p:spPr>
          <a:xfrm>
            <a:off x="3869280" y="84384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d0424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7" name=""/>
          <p:cNvSpPr/>
          <p:nvPr/>
        </p:nvSpPr>
        <p:spPr>
          <a:xfrm>
            <a:off x="3869280" y="84348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f414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8" name=""/>
          <p:cNvSpPr/>
          <p:nvPr/>
        </p:nvSpPr>
        <p:spPr>
          <a:xfrm>
            <a:off x="3869280" y="84348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cf3f3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9" name=""/>
          <p:cNvSpPr/>
          <p:nvPr/>
        </p:nvSpPr>
        <p:spPr>
          <a:xfrm>
            <a:off x="3869280" y="84312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e3d3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0" name=""/>
          <p:cNvSpPr/>
          <p:nvPr/>
        </p:nvSpPr>
        <p:spPr>
          <a:xfrm>
            <a:off x="3869280" y="84276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e3b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1" name=""/>
          <p:cNvSpPr/>
          <p:nvPr/>
        </p:nvSpPr>
        <p:spPr>
          <a:xfrm>
            <a:off x="3869280" y="84276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ce393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2" name=""/>
          <p:cNvSpPr/>
          <p:nvPr/>
        </p:nvSpPr>
        <p:spPr>
          <a:xfrm>
            <a:off x="3869280" y="84240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d383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3" name=""/>
          <p:cNvSpPr/>
          <p:nvPr/>
        </p:nvSpPr>
        <p:spPr>
          <a:xfrm>
            <a:off x="3869280" y="84240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cd363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4" name=""/>
          <p:cNvSpPr/>
          <p:nvPr/>
        </p:nvSpPr>
        <p:spPr>
          <a:xfrm>
            <a:off x="3869280" y="84204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c34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5" name=""/>
          <p:cNvSpPr/>
          <p:nvPr/>
        </p:nvSpPr>
        <p:spPr>
          <a:xfrm>
            <a:off x="3869280" y="84204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cc323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6" name=""/>
          <p:cNvSpPr/>
          <p:nvPr/>
        </p:nvSpPr>
        <p:spPr>
          <a:xfrm>
            <a:off x="3869280" y="84168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b303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7" name=""/>
          <p:cNvSpPr/>
          <p:nvPr/>
        </p:nvSpPr>
        <p:spPr>
          <a:xfrm>
            <a:off x="3869280" y="84168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cb2f2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8" name=""/>
          <p:cNvSpPr/>
          <p:nvPr/>
        </p:nvSpPr>
        <p:spPr>
          <a:xfrm>
            <a:off x="3869280" y="84132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a2d2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9" name=""/>
          <p:cNvSpPr/>
          <p:nvPr/>
        </p:nvSpPr>
        <p:spPr>
          <a:xfrm>
            <a:off x="3869280" y="84096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a2b2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0" name=""/>
          <p:cNvSpPr/>
          <p:nvPr/>
        </p:nvSpPr>
        <p:spPr>
          <a:xfrm>
            <a:off x="3869280" y="84096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ca292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1" name=""/>
          <p:cNvSpPr/>
          <p:nvPr/>
        </p:nvSpPr>
        <p:spPr>
          <a:xfrm>
            <a:off x="3869280" y="84060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9272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2" name=""/>
          <p:cNvSpPr/>
          <p:nvPr/>
        </p:nvSpPr>
        <p:spPr>
          <a:xfrm>
            <a:off x="3869280" y="84060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c9262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3" name=""/>
          <p:cNvSpPr/>
          <p:nvPr/>
        </p:nvSpPr>
        <p:spPr>
          <a:xfrm>
            <a:off x="3869280" y="84024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8242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4" name=""/>
          <p:cNvSpPr/>
          <p:nvPr/>
        </p:nvSpPr>
        <p:spPr>
          <a:xfrm>
            <a:off x="3869280" y="84024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c8222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5" name=""/>
          <p:cNvSpPr/>
          <p:nvPr/>
        </p:nvSpPr>
        <p:spPr>
          <a:xfrm>
            <a:off x="3869280" y="83988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7202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6" name=""/>
          <p:cNvSpPr/>
          <p:nvPr/>
        </p:nvSpPr>
        <p:spPr>
          <a:xfrm>
            <a:off x="3869280" y="83988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c71e1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7" name=""/>
          <p:cNvSpPr/>
          <p:nvPr/>
        </p:nvSpPr>
        <p:spPr>
          <a:xfrm>
            <a:off x="3869280" y="83952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61d1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8" name=""/>
          <p:cNvSpPr/>
          <p:nvPr/>
        </p:nvSpPr>
        <p:spPr>
          <a:xfrm>
            <a:off x="3869280" y="83952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c61b1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9" name=""/>
          <p:cNvSpPr/>
          <p:nvPr/>
        </p:nvSpPr>
        <p:spPr>
          <a:xfrm>
            <a:off x="3869280" y="83916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6191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0" name=""/>
          <p:cNvSpPr/>
          <p:nvPr/>
        </p:nvSpPr>
        <p:spPr>
          <a:xfrm>
            <a:off x="3869280" y="83880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5171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1" name=""/>
          <p:cNvSpPr/>
          <p:nvPr/>
        </p:nvSpPr>
        <p:spPr>
          <a:xfrm>
            <a:off x="3869280" y="83880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c5161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2" name=""/>
          <p:cNvSpPr/>
          <p:nvPr/>
        </p:nvSpPr>
        <p:spPr>
          <a:xfrm>
            <a:off x="3869280" y="83844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4141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3" name=""/>
          <p:cNvSpPr/>
          <p:nvPr/>
        </p:nvSpPr>
        <p:spPr>
          <a:xfrm>
            <a:off x="3869280" y="83844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c4121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4" name=""/>
          <p:cNvSpPr/>
          <p:nvPr/>
        </p:nvSpPr>
        <p:spPr>
          <a:xfrm>
            <a:off x="3869280" y="83808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3101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5" name=""/>
          <p:cNvSpPr/>
          <p:nvPr/>
        </p:nvSpPr>
        <p:spPr>
          <a:xfrm>
            <a:off x="3869280" y="83808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c30e0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6" name=""/>
          <p:cNvSpPr/>
          <p:nvPr/>
        </p:nvSpPr>
        <p:spPr>
          <a:xfrm>
            <a:off x="3869280" y="83772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20d0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7" name=""/>
          <p:cNvSpPr/>
          <p:nvPr/>
        </p:nvSpPr>
        <p:spPr>
          <a:xfrm>
            <a:off x="3869280" y="83772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c20b0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8" name=""/>
          <p:cNvSpPr/>
          <p:nvPr/>
        </p:nvSpPr>
        <p:spPr>
          <a:xfrm>
            <a:off x="3869280" y="83736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1090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9" name=""/>
          <p:cNvSpPr/>
          <p:nvPr/>
        </p:nvSpPr>
        <p:spPr>
          <a:xfrm>
            <a:off x="3869280" y="83736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c1070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0" name=""/>
          <p:cNvSpPr/>
          <p:nvPr/>
        </p:nvSpPr>
        <p:spPr>
          <a:xfrm>
            <a:off x="3869280" y="83700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1050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1" name=""/>
          <p:cNvSpPr/>
          <p:nvPr/>
        </p:nvSpPr>
        <p:spPr>
          <a:xfrm>
            <a:off x="3869280" y="83664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c0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2" name=""/>
          <p:cNvSpPr/>
          <p:nvPr/>
        </p:nvSpPr>
        <p:spPr>
          <a:xfrm>
            <a:off x="3869280" y="836640"/>
            <a:ext cx="1700280" cy="0"/>
          </a:xfrm>
          <a:custGeom>
            <a:avLst/>
            <a:gdLst/>
            <a:ahLst/>
            <a:rect l="0" t="0" r="r" b="b"/>
            <a:pathLst>
              <a:path w="4723" h="0">
                <a:moveTo>
                  <a:pt x="0" y="0"/>
                </a:moveTo>
                <a:lnTo>
                  <a:pt x="4723" y="0"/>
                </a:lnTo>
                <a:lnTo>
                  <a:pt x="0" y="0"/>
                </a:lnTo>
                <a:close/>
              </a:path>
            </a:pathLst>
          </a:custGeom>
          <a:solidFill>
            <a:srgbClr val="c0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3" name=""/>
          <p:cNvSpPr/>
          <p:nvPr/>
        </p:nvSpPr>
        <p:spPr>
          <a:xfrm>
            <a:off x="3869280" y="836280"/>
            <a:ext cx="1700280" cy="360"/>
          </a:xfrm>
          <a:custGeom>
            <a:avLst/>
            <a:gdLst/>
            <a:ahLst/>
            <a:rect l="0" t="0" r="r" b="b"/>
            <a:pathLst>
              <a:path w="4723" h="1">
                <a:moveTo>
                  <a:pt x="0" y="0"/>
                </a:moveTo>
                <a:lnTo>
                  <a:pt x="4723" y="0"/>
                </a:lnTo>
                <a:lnTo>
                  <a:pt x="4723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f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4" name=""/>
          <p:cNvSpPr/>
          <p:nvPr/>
        </p:nvSpPr>
        <p:spPr>
          <a:xfrm>
            <a:off x="3869280" y="880560"/>
            <a:ext cx="1700640" cy="585360"/>
          </a:xfrm>
          <a:custGeom>
            <a:avLst/>
            <a:gdLst/>
            <a:ahLst/>
            <a:rect l="0" t="0" r="r" b="b"/>
            <a:pathLst>
              <a:path w="4724" h="1626">
                <a:moveTo>
                  <a:pt x="0" y="1484"/>
                </a:moveTo>
                <a:cubicBezTo>
                  <a:pt x="0" y="1562"/>
                  <a:pt x="64" y="1626"/>
                  <a:pt x="142" y="1626"/>
                </a:cubicBezTo>
                <a:lnTo>
                  <a:pt x="4583" y="1626"/>
                </a:lnTo>
                <a:cubicBezTo>
                  <a:pt x="4660" y="1626"/>
                  <a:pt x="4724" y="1562"/>
                  <a:pt x="4724" y="1484"/>
                </a:cubicBezTo>
                <a:lnTo>
                  <a:pt x="4724" y="0"/>
                </a:lnTo>
                <a:lnTo>
                  <a:pt x="0" y="0"/>
                </a:lnTo>
                <a:lnTo>
                  <a:pt x="0" y="1484"/>
                </a:lnTo>
                <a:close/>
              </a:path>
            </a:pathLst>
          </a:custGeom>
          <a:solidFill>
            <a:srgbClr val="f9e5e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5" name=""/>
          <p:cNvSpPr/>
          <p:nvPr/>
        </p:nvSpPr>
        <p:spPr>
          <a:xfrm>
            <a:off x="4017240" y="908640"/>
            <a:ext cx="121320" cy="120960"/>
          </a:xfrm>
          <a:custGeom>
            <a:avLst/>
            <a:gdLst/>
            <a:ahLst/>
            <a:rect l="0" t="0" r="r" b="b"/>
            <a:pathLst>
              <a:path w="337" h="336">
                <a:moveTo>
                  <a:pt x="337" y="167"/>
                </a:moveTo>
                <a:cubicBezTo>
                  <a:pt x="337" y="75"/>
                  <a:pt x="262" y="0"/>
                  <a:pt x="169" y="0"/>
                </a:cubicBezTo>
                <a:cubicBezTo>
                  <a:pt x="76" y="0"/>
                  <a:pt x="0" y="75"/>
                  <a:pt x="0" y="167"/>
                </a:cubicBezTo>
                <a:cubicBezTo>
                  <a:pt x="0" y="260"/>
                  <a:pt x="76" y="336"/>
                  <a:pt x="169" y="336"/>
                </a:cubicBezTo>
                <a:cubicBezTo>
                  <a:pt x="262" y="336"/>
                  <a:pt x="337" y="260"/>
                  <a:pt x="337" y="167"/>
                </a:cubicBez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6" name=""/>
          <p:cNvSpPr txBox="1"/>
          <p:nvPr/>
        </p:nvSpPr>
        <p:spPr>
          <a:xfrm>
            <a:off x="4307760" y="685800"/>
            <a:ext cx="823680" cy="14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GB" sz="103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Conclusion 3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7" name=""/>
          <p:cNvSpPr txBox="1"/>
          <p:nvPr/>
        </p:nvSpPr>
        <p:spPr>
          <a:xfrm>
            <a:off x="4051080" y="919800"/>
            <a:ext cx="9576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GB" sz="7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GB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8" name=""/>
          <p:cNvSpPr/>
          <p:nvPr/>
        </p:nvSpPr>
        <p:spPr>
          <a:xfrm>
            <a:off x="4017240" y="1114920"/>
            <a:ext cx="121320" cy="120960"/>
          </a:xfrm>
          <a:custGeom>
            <a:avLst/>
            <a:gdLst/>
            <a:ahLst/>
            <a:rect l="0" t="0" r="r" b="b"/>
            <a:pathLst>
              <a:path w="337" h="336">
                <a:moveTo>
                  <a:pt x="337" y="169"/>
                </a:moveTo>
                <a:cubicBezTo>
                  <a:pt x="337" y="75"/>
                  <a:pt x="262" y="0"/>
                  <a:pt x="169" y="0"/>
                </a:cubicBezTo>
                <a:cubicBezTo>
                  <a:pt x="76" y="0"/>
                  <a:pt x="0" y="75"/>
                  <a:pt x="0" y="169"/>
                </a:cubicBezTo>
                <a:cubicBezTo>
                  <a:pt x="0" y="261"/>
                  <a:pt x="76" y="336"/>
                  <a:pt x="169" y="336"/>
                </a:cubicBezTo>
                <a:cubicBezTo>
                  <a:pt x="262" y="336"/>
                  <a:pt x="337" y="261"/>
                  <a:pt x="337" y="169"/>
                </a:cubicBez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9" name=""/>
          <p:cNvSpPr txBox="1"/>
          <p:nvPr/>
        </p:nvSpPr>
        <p:spPr>
          <a:xfrm>
            <a:off x="4197600" y="909000"/>
            <a:ext cx="205200" cy="120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GB" sz="8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item</a:t>
            </a:r>
            <a:endParaRPr lang="en-GB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0" name=""/>
          <p:cNvSpPr txBox="1"/>
          <p:nvPr/>
        </p:nvSpPr>
        <p:spPr>
          <a:xfrm>
            <a:off x="4051080" y="1126080"/>
            <a:ext cx="9576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GB" sz="7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GB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1" name=""/>
          <p:cNvSpPr/>
          <p:nvPr/>
        </p:nvSpPr>
        <p:spPr>
          <a:xfrm>
            <a:off x="4017240" y="1321560"/>
            <a:ext cx="121320" cy="120960"/>
          </a:xfrm>
          <a:custGeom>
            <a:avLst/>
            <a:gdLst/>
            <a:ahLst/>
            <a:rect l="0" t="0" r="r" b="b"/>
            <a:pathLst>
              <a:path w="337" h="336">
                <a:moveTo>
                  <a:pt x="337" y="167"/>
                </a:moveTo>
                <a:cubicBezTo>
                  <a:pt x="337" y="75"/>
                  <a:pt x="262" y="0"/>
                  <a:pt x="169" y="0"/>
                </a:cubicBezTo>
                <a:cubicBezTo>
                  <a:pt x="76" y="0"/>
                  <a:pt x="0" y="75"/>
                  <a:pt x="0" y="167"/>
                </a:cubicBezTo>
                <a:cubicBezTo>
                  <a:pt x="0" y="261"/>
                  <a:pt x="76" y="336"/>
                  <a:pt x="169" y="336"/>
                </a:cubicBezTo>
                <a:cubicBezTo>
                  <a:pt x="262" y="336"/>
                  <a:pt x="337" y="261"/>
                  <a:pt x="337" y="167"/>
                </a:cubicBez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2" name=""/>
          <p:cNvSpPr txBox="1"/>
          <p:nvPr/>
        </p:nvSpPr>
        <p:spPr>
          <a:xfrm>
            <a:off x="4197600" y="1115280"/>
            <a:ext cx="205200" cy="120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GB" sz="8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item</a:t>
            </a:r>
            <a:endParaRPr lang="en-GB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3" name=""/>
          <p:cNvSpPr txBox="1"/>
          <p:nvPr/>
        </p:nvSpPr>
        <p:spPr>
          <a:xfrm>
            <a:off x="4051080" y="1332720"/>
            <a:ext cx="9576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GB" sz="7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GB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4" name=""/>
          <p:cNvSpPr/>
          <p:nvPr/>
        </p:nvSpPr>
        <p:spPr>
          <a:xfrm>
            <a:off x="0" y="3147840"/>
            <a:ext cx="5760000" cy="92160"/>
          </a:xfrm>
          <a:custGeom>
            <a:avLst/>
            <a:gdLst/>
            <a:ahLst/>
            <a:rect l="0" t="0" r="r" b="b"/>
            <a:pathLst>
              <a:path w="16000" h="256">
                <a:moveTo>
                  <a:pt x="0" y="0"/>
                </a:moveTo>
                <a:lnTo>
                  <a:pt x="16000" y="0"/>
                </a:lnTo>
                <a:lnTo>
                  <a:pt x="16000" y="256"/>
                </a:lnTo>
                <a:lnTo>
                  <a:pt x="0" y="256"/>
                </a:lnTo>
                <a:lnTo>
                  <a:pt x="0" y="0"/>
                </a:lnTo>
                <a:close/>
              </a:path>
            </a:pathLst>
          </a:custGeom>
          <a:solidFill>
            <a:srgbClr val="dfb5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5" name=""/>
          <p:cNvSpPr txBox="1"/>
          <p:nvPr/>
        </p:nvSpPr>
        <p:spPr>
          <a:xfrm>
            <a:off x="4197600" y="1321920"/>
            <a:ext cx="205200" cy="120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GB" sz="8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item</a:t>
            </a:r>
            <a:endParaRPr lang="en-GB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6" name=""/>
          <p:cNvSpPr txBox="1"/>
          <p:nvPr/>
        </p:nvSpPr>
        <p:spPr>
          <a:xfrm>
            <a:off x="5493960" y="3151800"/>
            <a:ext cx="100440" cy="8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GB" sz="57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6/8</a:t>
            </a:r>
            <a:endParaRPr lang="en-GB" sz="5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"/>
          <p:cNvSpPr txBox="1"/>
          <p:nvPr/>
        </p:nvSpPr>
        <p:spPr>
          <a:xfrm>
            <a:off x="2555640" y="1157760"/>
            <a:ext cx="649080" cy="14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GB" sz="103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Thank you!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8" name=""/>
          <p:cNvSpPr/>
          <p:nvPr/>
        </p:nvSpPr>
        <p:spPr>
          <a:xfrm>
            <a:off x="0" y="3147840"/>
            <a:ext cx="5760000" cy="92160"/>
          </a:xfrm>
          <a:custGeom>
            <a:avLst/>
            <a:gdLst/>
            <a:ahLst/>
            <a:rect l="0" t="0" r="r" b="b"/>
            <a:pathLst>
              <a:path w="16000" h="256">
                <a:moveTo>
                  <a:pt x="0" y="0"/>
                </a:moveTo>
                <a:lnTo>
                  <a:pt x="16000" y="0"/>
                </a:lnTo>
                <a:lnTo>
                  <a:pt x="16000" y="256"/>
                </a:lnTo>
                <a:lnTo>
                  <a:pt x="0" y="256"/>
                </a:lnTo>
                <a:lnTo>
                  <a:pt x="0" y="0"/>
                </a:lnTo>
                <a:close/>
              </a:path>
            </a:pathLst>
          </a:custGeom>
          <a:solidFill>
            <a:srgbClr val="dfb5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9" name=""/>
          <p:cNvSpPr txBox="1"/>
          <p:nvPr/>
        </p:nvSpPr>
        <p:spPr>
          <a:xfrm>
            <a:off x="2406240" y="1350360"/>
            <a:ext cx="896760" cy="14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GB" sz="103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Any questions?</a:t>
            </a:r>
            <a:endParaRPr lang="en-GB" sz="1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0" name=""/>
          <p:cNvSpPr txBox="1"/>
          <p:nvPr/>
        </p:nvSpPr>
        <p:spPr>
          <a:xfrm>
            <a:off x="5492880" y="3151800"/>
            <a:ext cx="100440" cy="8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GB" sz="57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7/8</a:t>
            </a:r>
            <a:endParaRPr lang="en-GB" sz="5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"/>
          <p:cNvSpPr/>
          <p:nvPr/>
        </p:nvSpPr>
        <p:spPr>
          <a:xfrm>
            <a:off x="0" y="0"/>
            <a:ext cx="5760000" cy="322560"/>
          </a:xfrm>
          <a:custGeom>
            <a:avLst/>
            <a:gdLst/>
            <a:ahLst/>
            <a:rect l="0" t="0" r="r" b="b"/>
            <a:pathLst>
              <a:path w="16000" h="896">
                <a:moveTo>
                  <a:pt x="0" y="0"/>
                </a:moveTo>
                <a:lnTo>
                  <a:pt x="16000" y="0"/>
                </a:lnTo>
                <a:lnTo>
                  <a:pt x="16000" y="896"/>
                </a:lnTo>
                <a:lnTo>
                  <a:pt x="0" y="896"/>
                </a:lnTo>
                <a:lnTo>
                  <a:pt x="0" y="0"/>
                </a:lnTo>
                <a:close/>
              </a:path>
            </a:pathLst>
          </a:custGeom>
          <a:solidFill>
            <a:srgbClr val="9407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902" name=""/>
          <p:cNvPicPr/>
          <p:nvPr/>
        </p:nvPicPr>
        <p:blipFill>
          <a:blip r:embed="rId1"/>
          <a:stretch/>
        </p:blipFill>
        <p:spPr>
          <a:xfrm>
            <a:off x="4798080" y="46080"/>
            <a:ext cx="841320" cy="235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3" name=""/>
          <p:cNvSpPr/>
          <p:nvPr/>
        </p:nvSpPr>
        <p:spPr>
          <a:xfrm>
            <a:off x="353160" y="589680"/>
            <a:ext cx="2160" cy="2160"/>
          </a:xfrm>
          <a:custGeom>
            <a:avLst/>
            <a:gdLst/>
            <a:ahLst/>
            <a:rect l="0" t="0" r="r" b="b"/>
            <a:pathLst>
              <a:path w="6" h="6">
                <a:moveTo>
                  <a:pt x="6" y="6"/>
                </a:moveTo>
                <a:lnTo>
                  <a:pt x="0" y="6"/>
                </a:lnTo>
                <a:lnTo>
                  <a:pt x="6" y="0"/>
                </a:lnTo>
                <a:lnTo>
                  <a:pt x="6" y="6"/>
                </a:lnTo>
                <a:close/>
              </a:path>
            </a:pathLst>
          </a:custGeom>
          <a:solidFill>
            <a:srgbClr val="d1d18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4" name=""/>
          <p:cNvSpPr/>
          <p:nvPr/>
        </p:nvSpPr>
        <p:spPr>
          <a:xfrm>
            <a:off x="351360" y="587880"/>
            <a:ext cx="3960" cy="3960"/>
          </a:xfrm>
          <a:custGeom>
            <a:avLst/>
            <a:gdLst/>
            <a:ahLst/>
            <a:rect l="0" t="0" r="r" b="b"/>
            <a:pathLst>
              <a:path w="11" h="11">
                <a:moveTo>
                  <a:pt x="11" y="6"/>
                </a:moveTo>
                <a:lnTo>
                  <a:pt x="5" y="11"/>
                </a:lnTo>
                <a:lnTo>
                  <a:pt x="0" y="11"/>
                </a:lnTo>
                <a:lnTo>
                  <a:pt x="11" y="0"/>
                </a:lnTo>
                <a:lnTo>
                  <a:pt x="11" y="6"/>
                </a:lnTo>
                <a:close/>
              </a:path>
            </a:pathLst>
          </a:custGeom>
          <a:solidFill>
            <a:srgbClr val="d1d18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5" name=""/>
          <p:cNvSpPr/>
          <p:nvPr/>
        </p:nvSpPr>
        <p:spPr>
          <a:xfrm>
            <a:off x="349200" y="585720"/>
            <a:ext cx="6120" cy="6480"/>
          </a:xfrm>
          <a:custGeom>
            <a:avLst/>
            <a:gdLst/>
            <a:ahLst/>
            <a:rect l="0" t="0" r="r" b="b"/>
            <a:pathLst>
              <a:path w="17" h="18">
                <a:moveTo>
                  <a:pt x="17" y="7"/>
                </a:moveTo>
                <a:lnTo>
                  <a:pt x="6" y="18"/>
                </a:lnTo>
                <a:lnTo>
                  <a:pt x="0" y="18"/>
                </a:lnTo>
                <a:lnTo>
                  <a:pt x="17" y="0"/>
                </a:lnTo>
                <a:lnTo>
                  <a:pt x="17" y="7"/>
                </a:lnTo>
                <a:close/>
              </a:path>
            </a:pathLst>
          </a:custGeom>
          <a:solidFill>
            <a:srgbClr val="d2d28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6" name=""/>
          <p:cNvSpPr/>
          <p:nvPr/>
        </p:nvSpPr>
        <p:spPr>
          <a:xfrm>
            <a:off x="347400" y="583920"/>
            <a:ext cx="7920" cy="7920"/>
          </a:xfrm>
          <a:custGeom>
            <a:avLst/>
            <a:gdLst/>
            <a:ahLst/>
            <a:rect l="0" t="0" r="r" b="b"/>
            <a:pathLst>
              <a:path w="22" h="22">
                <a:moveTo>
                  <a:pt x="22" y="5"/>
                </a:moveTo>
                <a:lnTo>
                  <a:pt x="6" y="22"/>
                </a:lnTo>
                <a:lnTo>
                  <a:pt x="0" y="22"/>
                </a:lnTo>
                <a:lnTo>
                  <a:pt x="22" y="0"/>
                </a:lnTo>
                <a:lnTo>
                  <a:pt x="22" y="5"/>
                </a:lnTo>
                <a:close/>
              </a:path>
            </a:pathLst>
          </a:custGeom>
          <a:solidFill>
            <a:srgbClr val="d2d28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7" name=""/>
          <p:cNvSpPr/>
          <p:nvPr/>
        </p:nvSpPr>
        <p:spPr>
          <a:xfrm>
            <a:off x="345600" y="582120"/>
            <a:ext cx="9720" cy="9720"/>
          </a:xfrm>
          <a:custGeom>
            <a:avLst/>
            <a:gdLst/>
            <a:ahLst/>
            <a:rect l="0" t="0" r="r" b="b"/>
            <a:pathLst>
              <a:path w="27" h="27">
                <a:moveTo>
                  <a:pt x="27" y="5"/>
                </a:moveTo>
                <a:lnTo>
                  <a:pt x="5" y="27"/>
                </a:lnTo>
                <a:lnTo>
                  <a:pt x="0" y="27"/>
                </a:lnTo>
                <a:lnTo>
                  <a:pt x="27" y="0"/>
                </a:lnTo>
                <a:lnTo>
                  <a:pt x="27" y="5"/>
                </a:lnTo>
                <a:close/>
              </a:path>
            </a:pathLst>
          </a:custGeom>
          <a:solidFill>
            <a:srgbClr val="d2d29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8" name=""/>
          <p:cNvSpPr/>
          <p:nvPr/>
        </p:nvSpPr>
        <p:spPr>
          <a:xfrm>
            <a:off x="343800" y="580320"/>
            <a:ext cx="11520" cy="11520"/>
          </a:xfrm>
          <a:custGeom>
            <a:avLst/>
            <a:gdLst/>
            <a:ahLst/>
            <a:rect l="0" t="0" r="r" b="b"/>
            <a:pathLst>
              <a:path w="32" h="32">
                <a:moveTo>
                  <a:pt x="32" y="5"/>
                </a:moveTo>
                <a:lnTo>
                  <a:pt x="5" y="32"/>
                </a:lnTo>
                <a:lnTo>
                  <a:pt x="0" y="32"/>
                </a:lnTo>
                <a:lnTo>
                  <a:pt x="32" y="0"/>
                </a:lnTo>
                <a:lnTo>
                  <a:pt x="32" y="5"/>
                </a:lnTo>
                <a:close/>
              </a:path>
            </a:pathLst>
          </a:custGeom>
          <a:solidFill>
            <a:srgbClr val="d3d39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9" name=""/>
          <p:cNvSpPr/>
          <p:nvPr/>
        </p:nvSpPr>
        <p:spPr>
          <a:xfrm>
            <a:off x="342000" y="578520"/>
            <a:ext cx="13320" cy="13320"/>
          </a:xfrm>
          <a:custGeom>
            <a:avLst/>
            <a:gdLst/>
            <a:ahLst/>
            <a:rect l="0" t="0" r="r" b="b"/>
            <a:pathLst>
              <a:path w="37" h="37">
                <a:moveTo>
                  <a:pt x="37" y="5"/>
                </a:moveTo>
                <a:lnTo>
                  <a:pt x="6" y="37"/>
                </a:lnTo>
                <a:lnTo>
                  <a:pt x="0" y="37"/>
                </a:lnTo>
                <a:lnTo>
                  <a:pt x="37" y="0"/>
                </a:lnTo>
                <a:lnTo>
                  <a:pt x="37" y="5"/>
                </a:lnTo>
                <a:close/>
              </a:path>
            </a:pathLst>
          </a:custGeom>
          <a:solidFill>
            <a:srgbClr val="d3d39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0" name=""/>
          <p:cNvSpPr/>
          <p:nvPr/>
        </p:nvSpPr>
        <p:spPr>
          <a:xfrm>
            <a:off x="339840" y="57636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43" y="6"/>
                </a:moveTo>
                <a:lnTo>
                  <a:pt x="6" y="43"/>
                </a:lnTo>
                <a:lnTo>
                  <a:pt x="0" y="43"/>
                </a:lnTo>
                <a:lnTo>
                  <a:pt x="43" y="0"/>
                </a:lnTo>
                <a:lnTo>
                  <a:pt x="43" y="6"/>
                </a:lnTo>
                <a:close/>
              </a:path>
            </a:pathLst>
          </a:custGeom>
          <a:solidFill>
            <a:srgbClr val="d3d39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1" name=""/>
          <p:cNvSpPr/>
          <p:nvPr/>
        </p:nvSpPr>
        <p:spPr>
          <a:xfrm>
            <a:off x="338040" y="574560"/>
            <a:ext cx="17280" cy="17280"/>
          </a:xfrm>
          <a:custGeom>
            <a:avLst/>
            <a:gdLst/>
            <a:ahLst/>
            <a:rect l="0" t="0" r="r" b="b"/>
            <a:pathLst>
              <a:path w="48" h="48">
                <a:moveTo>
                  <a:pt x="48" y="5"/>
                </a:moveTo>
                <a:lnTo>
                  <a:pt x="6" y="48"/>
                </a:lnTo>
                <a:lnTo>
                  <a:pt x="0" y="48"/>
                </a:lnTo>
                <a:lnTo>
                  <a:pt x="48" y="0"/>
                </a:lnTo>
                <a:lnTo>
                  <a:pt x="48" y="5"/>
                </a:lnTo>
                <a:close/>
              </a:path>
            </a:pathLst>
          </a:custGeom>
          <a:solidFill>
            <a:srgbClr val="d4d49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2" name=""/>
          <p:cNvSpPr/>
          <p:nvPr/>
        </p:nvSpPr>
        <p:spPr>
          <a:xfrm>
            <a:off x="336240" y="572760"/>
            <a:ext cx="19080" cy="19080"/>
          </a:xfrm>
          <a:custGeom>
            <a:avLst/>
            <a:gdLst/>
            <a:ahLst/>
            <a:rect l="0" t="0" r="r" b="b"/>
            <a:pathLst>
              <a:path w="53" h="53">
                <a:moveTo>
                  <a:pt x="53" y="5"/>
                </a:moveTo>
                <a:lnTo>
                  <a:pt x="5" y="53"/>
                </a:lnTo>
                <a:lnTo>
                  <a:pt x="0" y="53"/>
                </a:lnTo>
                <a:lnTo>
                  <a:pt x="53" y="0"/>
                </a:lnTo>
                <a:lnTo>
                  <a:pt x="53" y="5"/>
                </a:lnTo>
                <a:close/>
              </a:path>
            </a:pathLst>
          </a:custGeom>
          <a:solidFill>
            <a:srgbClr val="d4d49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3" name=""/>
          <p:cNvSpPr/>
          <p:nvPr/>
        </p:nvSpPr>
        <p:spPr>
          <a:xfrm>
            <a:off x="334440" y="570960"/>
            <a:ext cx="20880" cy="20880"/>
          </a:xfrm>
          <a:custGeom>
            <a:avLst/>
            <a:gdLst/>
            <a:ahLst/>
            <a:rect l="0" t="0" r="r" b="b"/>
            <a:pathLst>
              <a:path w="58" h="58">
                <a:moveTo>
                  <a:pt x="58" y="5"/>
                </a:moveTo>
                <a:lnTo>
                  <a:pt x="5" y="58"/>
                </a:lnTo>
                <a:lnTo>
                  <a:pt x="0" y="58"/>
                </a:lnTo>
                <a:lnTo>
                  <a:pt x="58" y="0"/>
                </a:lnTo>
                <a:lnTo>
                  <a:pt x="58" y="5"/>
                </a:lnTo>
                <a:close/>
              </a:path>
            </a:pathLst>
          </a:custGeom>
          <a:solidFill>
            <a:srgbClr val="d5d59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4" name=""/>
          <p:cNvSpPr/>
          <p:nvPr/>
        </p:nvSpPr>
        <p:spPr>
          <a:xfrm>
            <a:off x="332280" y="568800"/>
            <a:ext cx="23040" cy="23400"/>
          </a:xfrm>
          <a:custGeom>
            <a:avLst/>
            <a:gdLst/>
            <a:ahLst/>
            <a:rect l="0" t="0" r="r" b="b"/>
            <a:pathLst>
              <a:path w="64" h="65">
                <a:moveTo>
                  <a:pt x="64" y="7"/>
                </a:moveTo>
                <a:lnTo>
                  <a:pt x="6" y="65"/>
                </a:lnTo>
                <a:lnTo>
                  <a:pt x="0" y="65"/>
                </a:lnTo>
                <a:lnTo>
                  <a:pt x="64" y="0"/>
                </a:lnTo>
                <a:lnTo>
                  <a:pt x="64" y="7"/>
                </a:lnTo>
                <a:close/>
              </a:path>
            </a:pathLst>
          </a:custGeom>
          <a:solidFill>
            <a:srgbClr val="d5d59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5" name=""/>
          <p:cNvSpPr/>
          <p:nvPr/>
        </p:nvSpPr>
        <p:spPr>
          <a:xfrm>
            <a:off x="330480" y="567000"/>
            <a:ext cx="24840" cy="24840"/>
          </a:xfrm>
          <a:custGeom>
            <a:avLst/>
            <a:gdLst/>
            <a:ahLst/>
            <a:rect l="0" t="0" r="r" b="b"/>
            <a:pathLst>
              <a:path w="69" h="69">
                <a:moveTo>
                  <a:pt x="69" y="5"/>
                </a:moveTo>
                <a:lnTo>
                  <a:pt x="5" y="69"/>
                </a:lnTo>
                <a:lnTo>
                  <a:pt x="0" y="69"/>
                </a:lnTo>
                <a:lnTo>
                  <a:pt x="69" y="0"/>
                </a:lnTo>
                <a:lnTo>
                  <a:pt x="69" y="5"/>
                </a:lnTo>
                <a:close/>
              </a:path>
            </a:pathLst>
          </a:custGeom>
          <a:solidFill>
            <a:srgbClr val="d5d59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6" name=""/>
          <p:cNvSpPr/>
          <p:nvPr/>
        </p:nvSpPr>
        <p:spPr>
          <a:xfrm>
            <a:off x="328680" y="565200"/>
            <a:ext cx="26640" cy="26640"/>
          </a:xfrm>
          <a:custGeom>
            <a:avLst/>
            <a:gdLst/>
            <a:ahLst/>
            <a:rect l="0" t="0" r="r" b="b"/>
            <a:pathLst>
              <a:path w="74" h="74">
                <a:moveTo>
                  <a:pt x="74" y="5"/>
                </a:moveTo>
                <a:lnTo>
                  <a:pt x="5" y="74"/>
                </a:lnTo>
                <a:lnTo>
                  <a:pt x="0" y="74"/>
                </a:lnTo>
                <a:lnTo>
                  <a:pt x="74" y="0"/>
                </a:lnTo>
                <a:lnTo>
                  <a:pt x="74" y="5"/>
                </a:lnTo>
                <a:close/>
              </a:path>
            </a:pathLst>
          </a:custGeom>
          <a:solidFill>
            <a:srgbClr val="d6d69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7" name=""/>
          <p:cNvSpPr/>
          <p:nvPr/>
        </p:nvSpPr>
        <p:spPr>
          <a:xfrm>
            <a:off x="326880" y="563400"/>
            <a:ext cx="28440" cy="28440"/>
          </a:xfrm>
          <a:custGeom>
            <a:avLst/>
            <a:gdLst/>
            <a:ahLst/>
            <a:rect l="0" t="0" r="r" b="b"/>
            <a:pathLst>
              <a:path w="79" h="79">
                <a:moveTo>
                  <a:pt x="79" y="5"/>
                </a:moveTo>
                <a:lnTo>
                  <a:pt x="5" y="79"/>
                </a:lnTo>
                <a:lnTo>
                  <a:pt x="0" y="79"/>
                </a:lnTo>
                <a:lnTo>
                  <a:pt x="79" y="0"/>
                </a:lnTo>
                <a:lnTo>
                  <a:pt x="79" y="5"/>
                </a:lnTo>
                <a:close/>
              </a:path>
            </a:pathLst>
          </a:custGeom>
          <a:solidFill>
            <a:srgbClr val="d6d69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8" name=""/>
          <p:cNvSpPr/>
          <p:nvPr/>
        </p:nvSpPr>
        <p:spPr>
          <a:xfrm>
            <a:off x="325080" y="561600"/>
            <a:ext cx="30240" cy="30240"/>
          </a:xfrm>
          <a:custGeom>
            <a:avLst/>
            <a:gdLst/>
            <a:ahLst/>
            <a:rect l="0" t="0" r="r" b="b"/>
            <a:pathLst>
              <a:path w="84" h="84">
                <a:moveTo>
                  <a:pt x="84" y="5"/>
                </a:moveTo>
                <a:lnTo>
                  <a:pt x="5" y="84"/>
                </a:lnTo>
                <a:lnTo>
                  <a:pt x="0" y="84"/>
                </a:lnTo>
                <a:lnTo>
                  <a:pt x="84" y="0"/>
                </a:lnTo>
                <a:lnTo>
                  <a:pt x="84" y="5"/>
                </a:lnTo>
                <a:close/>
              </a:path>
            </a:pathLst>
          </a:custGeom>
          <a:solidFill>
            <a:srgbClr val="d6d69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9" name=""/>
          <p:cNvSpPr/>
          <p:nvPr/>
        </p:nvSpPr>
        <p:spPr>
          <a:xfrm>
            <a:off x="322920" y="559440"/>
            <a:ext cx="32400" cy="32400"/>
          </a:xfrm>
          <a:custGeom>
            <a:avLst/>
            <a:gdLst/>
            <a:ahLst/>
            <a:rect l="0" t="0" r="r" b="b"/>
            <a:pathLst>
              <a:path w="90" h="90">
                <a:moveTo>
                  <a:pt x="90" y="6"/>
                </a:moveTo>
                <a:lnTo>
                  <a:pt x="6" y="90"/>
                </a:lnTo>
                <a:lnTo>
                  <a:pt x="0" y="90"/>
                </a:lnTo>
                <a:lnTo>
                  <a:pt x="90" y="0"/>
                </a:lnTo>
                <a:lnTo>
                  <a:pt x="90" y="6"/>
                </a:lnTo>
                <a:close/>
              </a:path>
            </a:pathLst>
          </a:custGeom>
          <a:solidFill>
            <a:srgbClr val="d7d79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0" name=""/>
          <p:cNvSpPr/>
          <p:nvPr/>
        </p:nvSpPr>
        <p:spPr>
          <a:xfrm>
            <a:off x="321120" y="557640"/>
            <a:ext cx="34200" cy="34200"/>
          </a:xfrm>
          <a:custGeom>
            <a:avLst/>
            <a:gdLst/>
            <a:ahLst/>
            <a:rect l="0" t="0" r="r" b="b"/>
            <a:pathLst>
              <a:path w="95" h="95">
                <a:moveTo>
                  <a:pt x="95" y="5"/>
                </a:moveTo>
                <a:lnTo>
                  <a:pt x="5" y="95"/>
                </a:lnTo>
                <a:lnTo>
                  <a:pt x="0" y="95"/>
                </a:lnTo>
                <a:lnTo>
                  <a:pt x="95" y="0"/>
                </a:lnTo>
                <a:lnTo>
                  <a:pt x="95" y="5"/>
                </a:lnTo>
                <a:close/>
              </a:path>
            </a:pathLst>
          </a:custGeom>
          <a:solidFill>
            <a:srgbClr val="d7d79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1" name=""/>
          <p:cNvSpPr/>
          <p:nvPr/>
        </p:nvSpPr>
        <p:spPr>
          <a:xfrm>
            <a:off x="319320" y="555840"/>
            <a:ext cx="36000" cy="36000"/>
          </a:xfrm>
          <a:custGeom>
            <a:avLst/>
            <a:gdLst/>
            <a:ahLst/>
            <a:rect l="0" t="0" r="r" b="b"/>
            <a:pathLst>
              <a:path w="100" h="100">
                <a:moveTo>
                  <a:pt x="100" y="5"/>
                </a:moveTo>
                <a:lnTo>
                  <a:pt x="5" y="100"/>
                </a:lnTo>
                <a:lnTo>
                  <a:pt x="0" y="100"/>
                </a:lnTo>
                <a:lnTo>
                  <a:pt x="100" y="0"/>
                </a:lnTo>
                <a:lnTo>
                  <a:pt x="100" y="5"/>
                </a:lnTo>
                <a:close/>
              </a:path>
            </a:pathLst>
          </a:custGeom>
          <a:solidFill>
            <a:srgbClr val="d7d79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2" name=""/>
          <p:cNvSpPr/>
          <p:nvPr/>
        </p:nvSpPr>
        <p:spPr>
          <a:xfrm>
            <a:off x="317520" y="554040"/>
            <a:ext cx="37800" cy="37800"/>
          </a:xfrm>
          <a:custGeom>
            <a:avLst/>
            <a:gdLst/>
            <a:ahLst/>
            <a:rect l="0" t="0" r="r" b="b"/>
            <a:pathLst>
              <a:path w="105" h="105">
                <a:moveTo>
                  <a:pt x="105" y="5"/>
                </a:moveTo>
                <a:lnTo>
                  <a:pt x="6" y="105"/>
                </a:lnTo>
                <a:lnTo>
                  <a:pt x="0" y="105"/>
                </a:lnTo>
                <a:lnTo>
                  <a:pt x="105" y="0"/>
                </a:lnTo>
                <a:lnTo>
                  <a:pt x="105" y="5"/>
                </a:lnTo>
                <a:close/>
              </a:path>
            </a:pathLst>
          </a:custGeom>
          <a:solidFill>
            <a:srgbClr val="d8d89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3" name=""/>
          <p:cNvSpPr/>
          <p:nvPr/>
        </p:nvSpPr>
        <p:spPr>
          <a:xfrm>
            <a:off x="315720" y="551880"/>
            <a:ext cx="39600" cy="39960"/>
          </a:xfrm>
          <a:custGeom>
            <a:avLst/>
            <a:gdLst/>
            <a:ahLst/>
            <a:rect l="0" t="0" r="r" b="b"/>
            <a:pathLst>
              <a:path w="110" h="111">
                <a:moveTo>
                  <a:pt x="110" y="6"/>
                </a:moveTo>
                <a:lnTo>
                  <a:pt x="5" y="111"/>
                </a:lnTo>
                <a:lnTo>
                  <a:pt x="0" y="111"/>
                </a:lnTo>
                <a:lnTo>
                  <a:pt x="110" y="0"/>
                </a:lnTo>
                <a:lnTo>
                  <a:pt x="110" y="6"/>
                </a:lnTo>
                <a:close/>
              </a:path>
            </a:pathLst>
          </a:custGeom>
          <a:solidFill>
            <a:srgbClr val="d8d89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4" name=""/>
          <p:cNvSpPr/>
          <p:nvPr/>
        </p:nvSpPr>
        <p:spPr>
          <a:xfrm>
            <a:off x="313560" y="550080"/>
            <a:ext cx="41760" cy="41760"/>
          </a:xfrm>
          <a:custGeom>
            <a:avLst/>
            <a:gdLst/>
            <a:ahLst/>
            <a:rect l="0" t="0" r="r" b="b"/>
            <a:pathLst>
              <a:path w="116" h="116">
                <a:moveTo>
                  <a:pt x="116" y="5"/>
                </a:moveTo>
                <a:lnTo>
                  <a:pt x="6" y="116"/>
                </a:lnTo>
                <a:lnTo>
                  <a:pt x="0" y="116"/>
                </a:lnTo>
                <a:lnTo>
                  <a:pt x="116" y="0"/>
                </a:lnTo>
                <a:lnTo>
                  <a:pt x="116" y="5"/>
                </a:lnTo>
                <a:close/>
              </a:path>
            </a:pathLst>
          </a:custGeom>
          <a:solidFill>
            <a:srgbClr val="d8d89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5" name=""/>
          <p:cNvSpPr/>
          <p:nvPr/>
        </p:nvSpPr>
        <p:spPr>
          <a:xfrm>
            <a:off x="311760" y="548280"/>
            <a:ext cx="43560" cy="43560"/>
          </a:xfrm>
          <a:custGeom>
            <a:avLst/>
            <a:gdLst/>
            <a:ahLst/>
            <a:rect l="0" t="0" r="r" b="b"/>
            <a:pathLst>
              <a:path w="121" h="121">
                <a:moveTo>
                  <a:pt x="121" y="5"/>
                </a:moveTo>
                <a:lnTo>
                  <a:pt x="5" y="121"/>
                </a:lnTo>
                <a:lnTo>
                  <a:pt x="0" y="121"/>
                </a:lnTo>
                <a:lnTo>
                  <a:pt x="121" y="0"/>
                </a:lnTo>
                <a:lnTo>
                  <a:pt x="121" y="5"/>
                </a:lnTo>
                <a:close/>
              </a:path>
            </a:pathLst>
          </a:custGeom>
          <a:solidFill>
            <a:srgbClr val="d9d9a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6" name=""/>
          <p:cNvSpPr/>
          <p:nvPr/>
        </p:nvSpPr>
        <p:spPr>
          <a:xfrm>
            <a:off x="309960" y="546480"/>
            <a:ext cx="45360" cy="45360"/>
          </a:xfrm>
          <a:custGeom>
            <a:avLst/>
            <a:gdLst/>
            <a:ahLst/>
            <a:rect l="0" t="0" r="r" b="b"/>
            <a:pathLst>
              <a:path w="126" h="126">
                <a:moveTo>
                  <a:pt x="126" y="5"/>
                </a:moveTo>
                <a:lnTo>
                  <a:pt x="5" y="126"/>
                </a:lnTo>
                <a:lnTo>
                  <a:pt x="0" y="126"/>
                </a:lnTo>
                <a:lnTo>
                  <a:pt x="126" y="0"/>
                </a:lnTo>
                <a:lnTo>
                  <a:pt x="126" y="5"/>
                </a:lnTo>
                <a:close/>
              </a:path>
            </a:pathLst>
          </a:custGeom>
          <a:solidFill>
            <a:srgbClr val="d9d9a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7" name=""/>
          <p:cNvSpPr/>
          <p:nvPr/>
        </p:nvSpPr>
        <p:spPr>
          <a:xfrm>
            <a:off x="308160" y="544680"/>
            <a:ext cx="47160" cy="47160"/>
          </a:xfrm>
          <a:custGeom>
            <a:avLst/>
            <a:gdLst/>
            <a:ahLst/>
            <a:rect l="0" t="0" r="r" b="b"/>
            <a:pathLst>
              <a:path w="131" h="131">
                <a:moveTo>
                  <a:pt x="131" y="5"/>
                </a:moveTo>
                <a:lnTo>
                  <a:pt x="5" y="131"/>
                </a:lnTo>
                <a:lnTo>
                  <a:pt x="0" y="131"/>
                </a:lnTo>
                <a:lnTo>
                  <a:pt x="131" y="0"/>
                </a:lnTo>
                <a:lnTo>
                  <a:pt x="131" y="5"/>
                </a:lnTo>
                <a:close/>
              </a:path>
            </a:pathLst>
          </a:custGeom>
          <a:solidFill>
            <a:srgbClr val="dadaa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8" name=""/>
          <p:cNvSpPr/>
          <p:nvPr/>
        </p:nvSpPr>
        <p:spPr>
          <a:xfrm>
            <a:off x="306000" y="542520"/>
            <a:ext cx="49320" cy="49320"/>
          </a:xfrm>
          <a:custGeom>
            <a:avLst/>
            <a:gdLst/>
            <a:ahLst/>
            <a:rect l="0" t="0" r="r" b="b"/>
            <a:pathLst>
              <a:path w="137" h="137">
                <a:moveTo>
                  <a:pt x="137" y="6"/>
                </a:moveTo>
                <a:lnTo>
                  <a:pt x="6" y="137"/>
                </a:lnTo>
                <a:lnTo>
                  <a:pt x="0" y="137"/>
                </a:lnTo>
                <a:lnTo>
                  <a:pt x="137" y="0"/>
                </a:lnTo>
                <a:lnTo>
                  <a:pt x="137" y="6"/>
                </a:lnTo>
                <a:close/>
              </a:path>
            </a:pathLst>
          </a:custGeom>
          <a:solidFill>
            <a:srgbClr val="dadaa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9" name=""/>
          <p:cNvSpPr/>
          <p:nvPr/>
        </p:nvSpPr>
        <p:spPr>
          <a:xfrm>
            <a:off x="304200" y="540720"/>
            <a:ext cx="51120" cy="51120"/>
          </a:xfrm>
          <a:custGeom>
            <a:avLst/>
            <a:gdLst/>
            <a:ahLst/>
            <a:rect l="0" t="0" r="r" b="b"/>
            <a:pathLst>
              <a:path w="142" h="142">
                <a:moveTo>
                  <a:pt x="142" y="5"/>
                </a:moveTo>
                <a:lnTo>
                  <a:pt x="5" y="142"/>
                </a:lnTo>
                <a:lnTo>
                  <a:pt x="0" y="142"/>
                </a:lnTo>
                <a:lnTo>
                  <a:pt x="142" y="0"/>
                </a:lnTo>
                <a:lnTo>
                  <a:pt x="142" y="5"/>
                </a:lnTo>
                <a:close/>
              </a:path>
            </a:pathLst>
          </a:custGeom>
          <a:solidFill>
            <a:srgbClr val="dadaa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0" name=""/>
          <p:cNvSpPr/>
          <p:nvPr/>
        </p:nvSpPr>
        <p:spPr>
          <a:xfrm>
            <a:off x="302400" y="538920"/>
            <a:ext cx="52920" cy="52920"/>
          </a:xfrm>
          <a:custGeom>
            <a:avLst/>
            <a:gdLst/>
            <a:ahLst/>
            <a:rect l="0" t="0" r="r" b="b"/>
            <a:pathLst>
              <a:path w="147" h="147">
                <a:moveTo>
                  <a:pt x="147" y="5"/>
                </a:moveTo>
                <a:lnTo>
                  <a:pt x="5" y="147"/>
                </a:lnTo>
                <a:lnTo>
                  <a:pt x="0" y="147"/>
                </a:lnTo>
                <a:lnTo>
                  <a:pt x="147" y="0"/>
                </a:lnTo>
                <a:lnTo>
                  <a:pt x="147" y="5"/>
                </a:lnTo>
                <a:close/>
              </a:path>
            </a:pathLst>
          </a:custGeom>
          <a:solidFill>
            <a:srgbClr val="dbdba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1" name=""/>
          <p:cNvSpPr/>
          <p:nvPr/>
        </p:nvSpPr>
        <p:spPr>
          <a:xfrm>
            <a:off x="300600" y="537120"/>
            <a:ext cx="54720" cy="54720"/>
          </a:xfrm>
          <a:custGeom>
            <a:avLst/>
            <a:gdLst/>
            <a:ahLst/>
            <a:rect l="0" t="0" r="r" b="b"/>
            <a:pathLst>
              <a:path w="152" h="152">
                <a:moveTo>
                  <a:pt x="152" y="5"/>
                </a:moveTo>
                <a:lnTo>
                  <a:pt x="5" y="152"/>
                </a:lnTo>
                <a:lnTo>
                  <a:pt x="0" y="152"/>
                </a:lnTo>
                <a:lnTo>
                  <a:pt x="152" y="0"/>
                </a:lnTo>
                <a:lnTo>
                  <a:pt x="152" y="5"/>
                </a:lnTo>
                <a:close/>
              </a:path>
            </a:pathLst>
          </a:custGeom>
          <a:solidFill>
            <a:srgbClr val="dbdba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2" name=""/>
          <p:cNvSpPr/>
          <p:nvPr/>
        </p:nvSpPr>
        <p:spPr>
          <a:xfrm>
            <a:off x="298800" y="535320"/>
            <a:ext cx="56520" cy="56520"/>
          </a:xfrm>
          <a:custGeom>
            <a:avLst/>
            <a:gdLst/>
            <a:ahLst/>
            <a:rect l="0" t="0" r="r" b="b"/>
            <a:pathLst>
              <a:path w="157" h="157">
                <a:moveTo>
                  <a:pt x="157" y="5"/>
                </a:moveTo>
                <a:lnTo>
                  <a:pt x="5" y="157"/>
                </a:lnTo>
                <a:lnTo>
                  <a:pt x="0" y="157"/>
                </a:lnTo>
                <a:lnTo>
                  <a:pt x="157" y="0"/>
                </a:lnTo>
                <a:lnTo>
                  <a:pt x="157" y="5"/>
                </a:lnTo>
                <a:close/>
              </a:path>
            </a:pathLst>
          </a:custGeom>
          <a:solidFill>
            <a:srgbClr val="dbdba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3" name=""/>
          <p:cNvSpPr/>
          <p:nvPr/>
        </p:nvSpPr>
        <p:spPr>
          <a:xfrm>
            <a:off x="296640" y="533160"/>
            <a:ext cx="58680" cy="58680"/>
          </a:xfrm>
          <a:custGeom>
            <a:avLst/>
            <a:gdLst/>
            <a:ahLst/>
            <a:rect l="0" t="0" r="r" b="b"/>
            <a:pathLst>
              <a:path w="163" h="163">
                <a:moveTo>
                  <a:pt x="163" y="6"/>
                </a:moveTo>
                <a:lnTo>
                  <a:pt x="6" y="163"/>
                </a:lnTo>
                <a:lnTo>
                  <a:pt x="0" y="163"/>
                </a:lnTo>
                <a:lnTo>
                  <a:pt x="163" y="0"/>
                </a:lnTo>
                <a:lnTo>
                  <a:pt x="163" y="6"/>
                </a:lnTo>
                <a:close/>
              </a:path>
            </a:pathLst>
          </a:custGeom>
          <a:solidFill>
            <a:srgbClr val="dcdca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4" name=""/>
          <p:cNvSpPr/>
          <p:nvPr/>
        </p:nvSpPr>
        <p:spPr>
          <a:xfrm>
            <a:off x="294840" y="531360"/>
            <a:ext cx="60480" cy="60480"/>
          </a:xfrm>
          <a:custGeom>
            <a:avLst/>
            <a:gdLst/>
            <a:ahLst/>
            <a:rect l="0" t="0" r="r" b="b"/>
            <a:pathLst>
              <a:path w="168" h="168">
                <a:moveTo>
                  <a:pt x="168" y="5"/>
                </a:moveTo>
                <a:lnTo>
                  <a:pt x="5" y="168"/>
                </a:lnTo>
                <a:lnTo>
                  <a:pt x="0" y="168"/>
                </a:lnTo>
                <a:lnTo>
                  <a:pt x="168" y="0"/>
                </a:lnTo>
                <a:lnTo>
                  <a:pt x="168" y="5"/>
                </a:lnTo>
                <a:close/>
              </a:path>
            </a:pathLst>
          </a:custGeom>
          <a:solidFill>
            <a:srgbClr val="dcdca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5" name=""/>
          <p:cNvSpPr/>
          <p:nvPr/>
        </p:nvSpPr>
        <p:spPr>
          <a:xfrm>
            <a:off x="293040" y="529560"/>
            <a:ext cx="62280" cy="62280"/>
          </a:xfrm>
          <a:custGeom>
            <a:avLst/>
            <a:gdLst/>
            <a:ahLst/>
            <a:rect l="0" t="0" r="r" b="b"/>
            <a:pathLst>
              <a:path w="173" h="173">
                <a:moveTo>
                  <a:pt x="173" y="5"/>
                </a:moveTo>
                <a:lnTo>
                  <a:pt x="5" y="173"/>
                </a:lnTo>
                <a:lnTo>
                  <a:pt x="0" y="173"/>
                </a:lnTo>
                <a:lnTo>
                  <a:pt x="173" y="0"/>
                </a:lnTo>
                <a:lnTo>
                  <a:pt x="173" y="5"/>
                </a:lnTo>
                <a:close/>
              </a:path>
            </a:pathLst>
          </a:custGeom>
          <a:solidFill>
            <a:srgbClr val="dcdca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6" name=""/>
          <p:cNvSpPr/>
          <p:nvPr/>
        </p:nvSpPr>
        <p:spPr>
          <a:xfrm>
            <a:off x="291240" y="527760"/>
            <a:ext cx="64080" cy="64080"/>
          </a:xfrm>
          <a:custGeom>
            <a:avLst/>
            <a:gdLst/>
            <a:ahLst/>
            <a:rect l="0" t="0" r="r" b="b"/>
            <a:pathLst>
              <a:path w="178" h="178">
                <a:moveTo>
                  <a:pt x="178" y="5"/>
                </a:moveTo>
                <a:lnTo>
                  <a:pt x="5" y="178"/>
                </a:lnTo>
                <a:lnTo>
                  <a:pt x="0" y="178"/>
                </a:lnTo>
                <a:lnTo>
                  <a:pt x="178" y="0"/>
                </a:lnTo>
                <a:lnTo>
                  <a:pt x="178" y="5"/>
                </a:lnTo>
                <a:close/>
              </a:path>
            </a:pathLst>
          </a:custGeom>
          <a:solidFill>
            <a:srgbClr val="dddda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7" name=""/>
          <p:cNvSpPr/>
          <p:nvPr/>
        </p:nvSpPr>
        <p:spPr>
          <a:xfrm>
            <a:off x="289080" y="525600"/>
            <a:ext cx="66240" cy="66240"/>
          </a:xfrm>
          <a:custGeom>
            <a:avLst/>
            <a:gdLst/>
            <a:ahLst/>
            <a:rect l="0" t="0" r="r" b="b"/>
            <a:pathLst>
              <a:path w="184" h="184">
                <a:moveTo>
                  <a:pt x="184" y="6"/>
                </a:moveTo>
                <a:lnTo>
                  <a:pt x="6" y="184"/>
                </a:lnTo>
                <a:lnTo>
                  <a:pt x="0" y="184"/>
                </a:lnTo>
                <a:lnTo>
                  <a:pt x="184" y="0"/>
                </a:lnTo>
                <a:lnTo>
                  <a:pt x="184" y="6"/>
                </a:lnTo>
                <a:close/>
              </a:path>
            </a:pathLst>
          </a:custGeom>
          <a:solidFill>
            <a:srgbClr val="dddda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8" name=""/>
          <p:cNvSpPr/>
          <p:nvPr/>
        </p:nvSpPr>
        <p:spPr>
          <a:xfrm>
            <a:off x="287280" y="523800"/>
            <a:ext cx="68040" cy="68040"/>
          </a:xfrm>
          <a:custGeom>
            <a:avLst/>
            <a:gdLst/>
            <a:ahLst/>
            <a:rect l="0" t="0" r="r" b="b"/>
            <a:pathLst>
              <a:path w="189" h="189">
                <a:moveTo>
                  <a:pt x="189" y="5"/>
                </a:moveTo>
                <a:lnTo>
                  <a:pt x="5" y="189"/>
                </a:lnTo>
                <a:lnTo>
                  <a:pt x="0" y="189"/>
                </a:lnTo>
                <a:lnTo>
                  <a:pt x="189" y="0"/>
                </a:lnTo>
                <a:lnTo>
                  <a:pt x="189" y="5"/>
                </a:lnTo>
                <a:close/>
              </a:path>
            </a:pathLst>
          </a:custGeom>
          <a:solidFill>
            <a:srgbClr val="dddda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9" name=""/>
          <p:cNvSpPr/>
          <p:nvPr/>
        </p:nvSpPr>
        <p:spPr>
          <a:xfrm>
            <a:off x="285480" y="522000"/>
            <a:ext cx="69840" cy="69840"/>
          </a:xfrm>
          <a:custGeom>
            <a:avLst/>
            <a:gdLst/>
            <a:ahLst/>
            <a:rect l="0" t="0" r="r" b="b"/>
            <a:pathLst>
              <a:path w="194" h="194">
                <a:moveTo>
                  <a:pt x="194" y="5"/>
                </a:moveTo>
                <a:lnTo>
                  <a:pt x="5" y="194"/>
                </a:lnTo>
                <a:lnTo>
                  <a:pt x="0" y="194"/>
                </a:lnTo>
                <a:lnTo>
                  <a:pt x="194" y="0"/>
                </a:lnTo>
                <a:lnTo>
                  <a:pt x="194" y="5"/>
                </a:lnTo>
                <a:close/>
              </a:path>
            </a:pathLst>
          </a:custGeom>
          <a:solidFill>
            <a:srgbClr val="dedea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0" name=""/>
          <p:cNvSpPr/>
          <p:nvPr/>
        </p:nvSpPr>
        <p:spPr>
          <a:xfrm>
            <a:off x="283680" y="520200"/>
            <a:ext cx="71640" cy="71640"/>
          </a:xfrm>
          <a:custGeom>
            <a:avLst/>
            <a:gdLst/>
            <a:ahLst/>
            <a:rect l="0" t="0" r="r" b="b"/>
            <a:pathLst>
              <a:path w="199" h="199">
                <a:moveTo>
                  <a:pt x="199" y="5"/>
                </a:moveTo>
                <a:lnTo>
                  <a:pt x="5" y="199"/>
                </a:lnTo>
                <a:lnTo>
                  <a:pt x="0" y="199"/>
                </a:lnTo>
                <a:lnTo>
                  <a:pt x="199" y="0"/>
                </a:lnTo>
                <a:lnTo>
                  <a:pt x="199" y="5"/>
                </a:lnTo>
                <a:close/>
              </a:path>
            </a:pathLst>
          </a:custGeom>
          <a:solidFill>
            <a:srgbClr val="dedea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1" name=""/>
          <p:cNvSpPr/>
          <p:nvPr/>
        </p:nvSpPr>
        <p:spPr>
          <a:xfrm>
            <a:off x="281880" y="518400"/>
            <a:ext cx="73440" cy="73440"/>
          </a:xfrm>
          <a:custGeom>
            <a:avLst/>
            <a:gdLst/>
            <a:ahLst/>
            <a:rect l="0" t="0" r="r" b="b"/>
            <a:pathLst>
              <a:path w="204" h="204">
                <a:moveTo>
                  <a:pt x="204" y="5"/>
                </a:moveTo>
                <a:lnTo>
                  <a:pt x="5" y="204"/>
                </a:lnTo>
                <a:lnTo>
                  <a:pt x="0" y="204"/>
                </a:lnTo>
                <a:lnTo>
                  <a:pt x="204" y="0"/>
                </a:lnTo>
                <a:lnTo>
                  <a:pt x="204" y="5"/>
                </a:lnTo>
                <a:close/>
              </a:path>
            </a:pathLst>
          </a:custGeom>
          <a:solidFill>
            <a:srgbClr val="dfdfa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2" name=""/>
          <p:cNvSpPr/>
          <p:nvPr/>
        </p:nvSpPr>
        <p:spPr>
          <a:xfrm>
            <a:off x="279720" y="516240"/>
            <a:ext cx="75600" cy="75600"/>
          </a:xfrm>
          <a:custGeom>
            <a:avLst/>
            <a:gdLst/>
            <a:ahLst/>
            <a:rect l="0" t="0" r="r" b="b"/>
            <a:pathLst>
              <a:path w="210" h="210">
                <a:moveTo>
                  <a:pt x="210" y="6"/>
                </a:moveTo>
                <a:lnTo>
                  <a:pt x="6" y="210"/>
                </a:lnTo>
                <a:lnTo>
                  <a:pt x="0" y="210"/>
                </a:lnTo>
                <a:lnTo>
                  <a:pt x="210" y="0"/>
                </a:lnTo>
                <a:lnTo>
                  <a:pt x="210" y="6"/>
                </a:lnTo>
                <a:close/>
              </a:path>
            </a:pathLst>
          </a:custGeom>
          <a:solidFill>
            <a:srgbClr val="dfdfa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3" name=""/>
          <p:cNvSpPr/>
          <p:nvPr/>
        </p:nvSpPr>
        <p:spPr>
          <a:xfrm>
            <a:off x="277920" y="514440"/>
            <a:ext cx="77400" cy="77400"/>
          </a:xfrm>
          <a:custGeom>
            <a:avLst/>
            <a:gdLst/>
            <a:ahLst/>
            <a:rect l="0" t="0" r="r" b="b"/>
            <a:pathLst>
              <a:path w="215" h="215">
                <a:moveTo>
                  <a:pt x="215" y="5"/>
                </a:moveTo>
                <a:lnTo>
                  <a:pt x="5" y="215"/>
                </a:lnTo>
                <a:lnTo>
                  <a:pt x="0" y="215"/>
                </a:lnTo>
                <a:lnTo>
                  <a:pt x="215" y="0"/>
                </a:lnTo>
                <a:lnTo>
                  <a:pt x="215" y="5"/>
                </a:lnTo>
                <a:close/>
              </a:path>
            </a:pathLst>
          </a:custGeom>
          <a:solidFill>
            <a:srgbClr val="dfdfb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4" name=""/>
          <p:cNvSpPr/>
          <p:nvPr/>
        </p:nvSpPr>
        <p:spPr>
          <a:xfrm>
            <a:off x="276120" y="512640"/>
            <a:ext cx="79200" cy="79200"/>
          </a:xfrm>
          <a:custGeom>
            <a:avLst/>
            <a:gdLst/>
            <a:ahLst/>
            <a:rect l="0" t="0" r="r" b="b"/>
            <a:pathLst>
              <a:path w="220" h="220">
                <a:moveTo>
                  <a:pt x="220" y="5"/>
                </a:moveTo>
                <a:lnTo>
                  <a:pt x="5" y="220"/>
                </a:lnTo>
                <a:lnTo>
                  <a:pt x="0" y="220"/>
                </a:lnTo>
                <a:lnTo>
                  <a:pt x="220" y="0"/>
                </a:lnTo>
                <a:lnTo>
                  <a:pt x="220" y="5"/>
                </a:lnTo>
                <a:close/>
              </a:path>
            </a:pathLst>
          </a:custGeom>
          <a:solidFill>
            <a:srgbClr val="e0e0b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5" name=""/>
          <p:cNvSpPr/>
          <p:nvPr/>
        </p:nvSpPr>
        <p:spPr>
          <a:xfrm>
            <a:off x="274320" y="510840"/>
            <a:ext cx="81000" cy="81000"/>
          </a:xfrm>
          <a:custGeom>
            <a:avLst/>
            <a:gdLst/>
            <a:ahLst/>
            <a:rect l="0" t="0" r="r" b="b"/>
            <a:pathLst>
              <a:path w="225" h="225">
                <a:moveTo>
                  <a:pt x="225" y="5"/>
                </a:moveTo>
                <a:lnTo>
                  <a:pt x="5" y="225"/>
                </a:lnTo>
                <a:lnTo>
                  <a:pt x="0" y="225"/>
                </a:lnTo>
                <a:lnTo>
                  <a:pt x="225" y="0"/>
                </a:lnTo>
                <a:lnTo>
                  <a:pt x="225" y="5"/>
                </a:lnTo>
                <a:close/>
              </a:path>
            </a:pathLst>
          </a:custGeom>
          <a:solidFill>
            <a:srgbClr val="e0e0b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6" name=""/>
          <p:cNvSpPr/>
          <p:nvPr/>
        </p:nvSpPr>
        <p:spPr>
          <a:xfrm>
            <a:off x="272520" y="508680"/>
            <a:ext cx="82800" cy="83160"/>
          </a:xfrm>
          <a:custGeom>
            <a:avLst/>
            <a:gdLst/>
            <a:ahLst/>
            <a:rect l="0" t="0" r="r" b="b"/>
            <a:pathLst>
              <a:path w="230" h="231">
                <a:moveTo>
                  <a:pt x="230" y="6"/>
                </a:moveTo>
                <a:lnTo>
                  <a:pt x="5" y="231"/>
                </a:lnTo>
                <a:lnTo>
                  <a:pt x="0" y="231"/>
                </a:lnTo>
                <a:lnTo>
                  <a:pt x="230" y="0"/>
                </a:lnTo>
                <a:lnTo>
                  <a:pt x="230" y="6"/>
                </a:lnTo>
                <a:close/>
              </a:path>
            </a:pathLst>
          </a:custGeom>
          <a:solidFill>
            <a:srgbClr val="e0e0b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7" name=""/>
          <p:cNvSpPr/>
          <p:nvPr/>
        </p:nvSpPr>
        <p:spPr>
          <a:xfrm>
            <a:off x="270360" y="506880"/>
            <a:ext cx="84960" cy="84960"/>
          </a:xfrm>
          <a:custGeom>
            <a:avLst/>
            <a:gdLst/>
            <a:ahLst/>
            <a:rect l="0" t="0" r="r" b="b"/>
            <a:pathLst>
              <a:path w="236" h="236">
                <a:moveTo>
                  <a:pt x="236" y="5"/>
                </a:moveTo>
                <a:lnTo>
                  <a:pt x="6" y="236"/>
                </a:lnTo>
                <a:lnTo>
                  <a:pt x="0" y="236"/>
                </a:lnTo>
                <a:lnTo>
                  <a:pt x="236" y="0"/>
                </a:lnTo>
                <a:lnTo>
                  <a:pt x="236" y="5"/>
                </a:lnTo>
                <a:close/>
              </a:path>
            </a:pathLst>
          </a:custGeom>
          <a:solidFill>
            <a:srgbClr val="e1e1b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8" name=""/>
          <p:cNvSpPr/>
          <p:nvPr/>
        </p:nvSpPr>
        <p:spPr>
          <a:xfrm>
            <a:off x="268560" y="505080"/>
            <a:ext cx="86760" cy="86760"/>
          </a:xfrm>
          <a:custGeom>
            <a:avLst/>
            <a:gdLst/>
            <a:ahLst/>
            <a:rect l="0" t="0" r="r" b="b"/>
            <a:pathLst>
              <a:path w="241" h="241">
                <a:moveTo>
                  <a:pt x="241" y="5"/>
                </a:moveTo>
                <a:lnTo>
                  <a:pt x="5" y="241"/>
                </a:lnTo>
                <a:lnTo>
                  <a:pt x="0" y="241"/>
                </a:lnTo>
                <a:lnTo>
                  <a:pt x="241" y="0"/>
                </a:lnTo>
                <a:lnTo>
                  <a:pt x="241" y="5"/>
                </a:lnTo>
                <a:close/>
              </a:path>
            </a:pathLst>
          </a:custGeom>
          <a:solidFill>
            <a:srgbClr val="e1e1b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9" name=""/>
          <p:cNvSpPr/>
          <p:nvPr/>
        </p:nvSpPr>
        <p:spPr>
          <a:xfrm>
            <a:off x="266760" y="503280"/>
            <a:ext cx="88560" cy="88560"/>
          </a:xfrm>
          <a:custGeom>
            <a:avLst/>
            <a:gdLst/>
            <a:ahLst/>
            <a:rect l="0" t="0" r="r" b="b"/>
            <a:pathLst>
              <a:path w="246" h="246">
                <a:moveTo>
                  <a:pt x="246" y="5"/>
                </a:moveTo>
                <a:lnTo>
                  <a:pt x="5" y="246"/>
                </a:lnTo>
                <a:lnTo>
                  <a:pt x="0" y="246"/>
                </a:lnTo>
                <a:lnTo>
                  <a:pt x="246" y="0"/>
                </a:lnTo>
                <a:lnTo>
                  <a:pt x="246" y="5"/>
                </a:lnTo>
                <a:close/>
              </a:path>
            </a:pathLst>
          </a:custGeom>
          <a:solidFill>
            <a:srgbClr val="e1e1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0" name=""/>
          <p:cNvSpPr/>
          <p:nvPr/>
        </p:nvSpPr>
        <p:spPr>
          <a:xfrm>
            <a:off x="264960" y="501480"/>
            <a:ext cx="90360" cy="90360"/>
          </a:xfrm>
          <a:custGeom>
            <a:avLst/>
            <a:gdLst/>
            <a:ahLst/>
            <a:rect l="0" t="0" r="r" b="b"/>
            <a:pathLst>
              <a:path w="251" h="251">
                <a:moveTo>
                  <a:pt x="251" y="5"/>
                </a:moveTo>
                <a:lnTo>
                  <a:pt x="5" y="251"/>
                </a:lnTo>
                <a:lnTo>
                  <a:pt x="0" y="251"/>
                </a:lnTo>
                <a:lnTo>
                  <a:pt x="251" y="0"/>
                </a:lnTo>
                <a:lnTo>
                  <a:pt x="251" y="5"/>
                </a:lnTo>
                <a:close/>
              </a:path>
            </a:pathLst>
          </a:custGeom>
          <a:solidFill>
            <a:srgbClr val="e2e2b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1" name=""/>
          <p:cNvSpPr/>
          <p:nvPr/>
        </p:nvSpPr>
        <p:spPr>
          <a:xfrm>
            <a:off x="262800" y="499320"/>
            <a:ext cx="92520" cy="92520"/>
          </a:xfrm>
          <a:custGeom>
            <a:avLst/>
            <a:gdLst/>
            <a:ahLst/>
            <a:rect l="0" t="0" r="r" b="b"/>
            <a:pathLst>
              <a:path w="257" h="257">
                <a:moveTo>
                  <a:pt x="257" y="6"/>
                </a:moveTo>
                <a:lnTo>
                  <a:pt x="6" y="257"/>
                </a:lnTo>
                <a:lnTo>
                  <a:pt x="0" y="257"/>
                </a:lnTo>
                <a:lnTo>
                  <a:pt x="257" y="0"/>
                </a:lnTo>
                <a:lnTo>
                  <a:pt x="257" y="6"/>
                </a:lnTo>
                <a:close/>
              </a:path>
            </a:pathLst>
          </a:custGeom>
          <a:solidFill>
            <a:srgbClr val="e2e2b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2" name=""/>
          <p:cNvSpPr/>
          <p:nvPr/>
        </p:nvSpPr>
        <p:spPr>
          <a:xfrm>
            <a:off x="261000" y="497520"/>
            <a:ext cx="94320" cy="94320"/>
          </a:xfrm>
          <a:custGeom>
            <a:avLst/>
            <a:gdLst/>
            <a:ahLst/>
            <a:rect l="0" t="0" r="r" b="b"/>
            <a:pathLst>
              <a:path w="262" h="262">
                <a:moveTo>
                  <a:pt x="262" y="5"/>
                </a:moveTo>
                <a:lnTo>
                  <a:pt x="5" y="262"/>
                </a:lnTo>
                <a:lnTo>
                  <a:pt x="0" y="262"/>
                </a:lnTo>
                <a:lnTo>
                  <a:pt x="262" y="0"/>
                </a:lnTo>
                <a:lnTo>
                  <a:pt x="262" y="5"/>
                </a:lnTo>
                <a:close/>
              </a:path>
            </a:pathLst>
          </a:custGeom>
          <a:solidFill>
            <a:srgbClr val="e2e2b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3" name=""/>
          <p:cNvSpPr/>
          <p:nvPr/>
        </p:nvSpPr>
        <p:spPr>
          <a:xfrm>
            <a:off x="259200" y="495720"/>
            <a:ext cx="96120" cy="96120"/>
          </a:xfrm>
          <a:custGeom>
            <a:avLst/>
            <a:gdLst/>
            <a:ahLst/>
            <a:rect l="0" t="0" r="r" b="b"/>
            <a:pathLst>
              <a:path w="267" h="267">
                <a:moveTo>
                  <a:pt x="267" y="5"/>
                </a:moveTo>
                <a:lnTo>
                  <a:pt x="5" y="267"/>
                </a:lnTo>
                <a:lnTo>
                  <a:pt x="0" y="267"/>
                </a:lnTo>
                <a:lnTo>
                  <a:pt x="267" y="0"/>
                </a:lnTo>
                <a:lnTo>
                  <a:pt x="267" y="5"/>
                </a:lnTo>
                <a:close/>
              </a:path>
            </a:pathLst>
          </a:custGeom>
          <a:solidFill>
            <a:srgbClr val="e3e3b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4" name=""/>
          <p:cNvSpPr/>
          <p:nvPr/>
        </p:nvSpPr>
        <p:spPr>
          <a:xfrm>
            <a:off x="257400" y="493920"/>
            <a:ext cx="97920" cy="97920"/>
          </a:xfrm>
          <a:custGeom>
            <a:avLst/>
            <a:gdLst/>
            <a:ahLst/>
            <a:rect l="0" t="0" r="r" b="b"/>
            <a:pathLst>
              <a:path w="272" h="272">
                <a:moveTo>
                  <a:pt x="272" y="5"/>
                </a:moveTo>
                <a:lnTo>
                  <a:pt x="5" y="272"/>
                </a:lnTo>
                <a:lnTo>
                  <a:pt x="0" y="272"/>
                </a:lnTo>
                <a:lnTo>
                  <a:pt x="272" y="0"/>
                </a:lnTo>
                <a:lnTo>
                  <a:pt x="272" y="5"/>
                </a:lnTo>
                <a:close/>
              </a:path>
            </a:pathLst>
          </a:custGeom>
          <a:solidFill>
            <a:srgbClr val="e3e3b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5" name=""/>
          <p:cNvSpPr/>
          <p:nvPr/>
        </p:nvSpPr>
        <p:spPr>
          <a:xfrm>
            <a:off x="255600" y="492120"/>
            <a:ext cx="99720" cy="99720"/>
          </a:xfrm>
          <a:custGeom>
            <a:avLst/>
            <a:gdLst/>
            <a:ahLst/>
            <a:rect l="0" t="0" r="r" b="b"/>
            <a:pathLst>
              <a:path w="277" h="277">
                <a:moveTo>
                  <a:pt x="277" y="5"/>
                </a:moveTo>
                <a:lnTo>
                  <a:pt x="5" y="277"/>
                </a:lnTo>
                <a:lnTo>
                  <a:pt x="0" y="277"/>
                </a:lnTo>
                <a:lnTo>
                  <a:pt x="277" y="0"/>
                </a:lnTo>
                <a:lnTo>
                  <a:pt x="277" y="5"/>
                </a:lnTo>
                <a:close/>
              </a:path>
            </a:pathLst>
          </a:custGeom>
          <a:solidFill>
            <a:srgbClr val="e4e4b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6" name=""/>
          <p:cNvSpPr/>
          <p:nvPr/>
        </p:nvSpPr>
        <p:spPr>
          <a:xfrm>
            <a:off x="253800" y="452160"/>
            <a:ext cx="101520" cy="139680"/>
          </a:xfrm>
          <a:custGeom>
            <a:avLst/>
            <a:gdLst/>
            <a:ahLst/>
            <a:rect l="0" t="0" r="r" b="b"/>
            <a:pathLst>
              <a:path w="282" h="388">
                <a:moveTo>
                  <a:pt x="0" y="388"/>
                </a:moveTo>
                <a:lnTo>
                  <a:pt x="282" y="388"/>
                </a:lnTo>
                <a:lnTo>
                  <a:pt x="282" y="71"/>
                </a:lnTo>
                <a:lnTo>
                  <a:pt x="211" y="0"/>
                </a:lnTo>
                <a:lnTo>
                  <a:pt x="0" y="0"/>
                </a:lnTo>
                <a:lnTo>
                  <a:pt x="0" y="388"/>
                </a:lnTo>
                <a:close/>
              </a:path>
            </a:pathLst>
          </a:custGeom>
          <a:noFill/>
          <a:ln w="5040">
            <a:solidFill>
              <a:srgbClr val="000000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7" name=""/>
          <p:cNvSpPr/>
          <p:nvPr/>
        </p:nvSpPr>
        <p:spPr>
          <a:xfrm>
            <a:off x="266400" y="471240"/>
            <a:ext cx="63360" cy="0"/>
          </a:xfrm>
          <a:prstGeom prst="line">
            <a:avLst/>
          </a:prstGeom>
          <a:ln w="504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-2520" bIns="-25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8" name=""/>
          <p:cNvSpPr/>
          <p:nvPr/>
        </p:nvSpPr>
        <p:spPr>
          <a:xfrm>
            <a:off x="279000" y="490320"/>
            <a:ext cx="50760" cy="0"/>
          </a:xfrm>
          <a:prstGeom prst="line">
            <a:avLst/>
          </a:prstGeom>
          <a:ln w="5040">
            <a:solidFill>
              <a:srgbClr val="99999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-2520" bIns="-25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9" name=""/>
          <p:cNvSpPr/>
          <p:nvPr/>
        </p:nvSpPr>
        <p:spPr>
          <a:xfrm>
            <a:off x="279000" y="502920"/>
            <a:ext cx="50760" cy="0"/>
          </a:xfrm>
          <a:prstGeom prst="line">
            <a:avLst/>
          </a:prstGeom>
          <a:ln w="5040">
            <a:solidFill>
              <a:srgbClr val="99999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-2520" bIns="-25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0" name=""/>
          <p:cNvSpPr/>
          <p:nvPr/>
        </p:nvSpPr>
        <p:spPr>
          <a:xfrm>
            <a:off x="266400" y="522000"/>
            <a:ext cx="31680" cy="0"/>
          </a:xfrm>
          <a:prstGeom prst="line">
            <a:avLst/>
          </a:prstGeom>
          <a:ln w="5040">
            <a:solidFill>
              <a:srgbClr val="b2b2b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-2520" bIns="-25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1" name=""/>
          <p:cNvSpPr/>
          <p:nvPr/>
        </p:nvSpPr>
        <p:spPr>
          <a:xfrm>
            <a:off x="266400" y="534600"/>
            <a:ext cx="31680" cy="0"/>
          </a:xfrm>
          <a:prstGeom prst="line">
            <a:avLst/>
          </a:prstGeom>
          <a:ln w="5040">
            <a:solidFill>
              <a:srgbClr val="b2b2b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-2520" bIns="-25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2" name=""/>
          <p:cNvSpPr/>
          <p:nvPr/>
        </p:nvSpPr>
        <p:spPr>
          <a:xfrm>
            <a:off x="266400" y="547200"/>
            <a:ext cx="31680" cy="0"/>
          </a:xfrm>
          <a:prstGeom prst="line">
            <a:avLst/>
          </a:prstGeom>
          <a:ln w="5040">
            <a:solidFill>
              <a:srgbClr val="b2b2b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-2520" bIns="-25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3" name=""/>
          <p:cNvSpPr/>
          <p:nvPr/>
        </p:nvSpPr>
        <p:spPr>
          <a:xfrm>
            <a:off x="266400" y="559800"/>
            <a:ext cx="31680" cy="0"/>
          </a:xfrm>
          <a:prstGeom prst="line">
            <a:avLst/>
          </a:prstGeom>
          <a:ln w="5040">
            <a:solidFill>
              <a:srgbClr val="b2b2b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-2520" bIns="-25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4" name=""/>
          <p:cNvSpPr/>
          <p:nvPr/>
        </p:nvSpPr>
        <p:spPr>
          <a:xfrm>
            <a:off x="266400" y="572400"/>
            <a:ext cx="31680" cy="0"/>
          </a:xfrm>
          <a:prstGeom prst="line">
            <a:avLst/>
          </a:prstGeom>
          <a:ln w="5040">
            <a:solidFill>
              <a:srgbClr val="b2b2b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-2520" bIns="-25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5" name=""/>
          <p:cNvSpPr/>
          <p:nvPr/>
        </p:nvSpPr>
        <p:spPr>
          <a:xfrm>
            <a:off x="310680" y="56268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1be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6" name=""/>
          <p:cNvSpPr/>
          <p:nvPr/>
        </p:nvSpPr>
        <p:spPr>
          <a:xfrm>
            <a:off x="310680" y="56268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42bd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7" name=""/>
          <p:cNvSpPr/>
          <p:nvPr/>
        </p:nvSpPr>
        <p:spPr>
          <a:xfrm>
            <a:off x="310680" y="56268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43bc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8" name=""/>
          <p:cNvSpPr/>
          <p:nvPr/>
        </p:nvSpPr>
        <p:spPr>
          <a:xfrm>
            <a:off x="310680" y="56232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4bb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9" name=""/>
          <p:cNvSpPr/>
          <p:nvPr/>
        </p:nvSpPr>
        <p:spPr>
          <a:xfrm>
            <a:off x="310680" y="56232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46b9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0" name=""/>
          <p:cNvSpPr/>
          <p:nvPr/>
        </p:nvSpPr>
        <p:spPr>
          <a:xfrm>
            <a:off x="310680" y="56196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7b8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1" name=""/>
          <p:cNvSpPr/>
          <p:nvPr/>
        </p:nvSpPr>
        <p:spPr>
          <a:xfrm>
            <a:off x="310680" y="56196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48b7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2" name=""/>
          <p:cNvSpPr/>
          <p:nvPr/>
        </p:nvSpPr>
        <p:spPr>
          <a:xfrm>
            <a:off x="310680" y="56160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9b6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3" name=""/>
          <p:cNvSpPr/>
          <p:nvPr/>
        </p:nvSpPr>
        <p:spPr>
          <a:xfrm>
            <a:off x="310680" y="56160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4ab5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4" name=""/>
          <p:cNvSpPr/>
          <p:nvPr/>
        </p:nvSpPr>
        <p:spPr>
          <a:xfrm>
            <a:off x="310680" y="56124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bb4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5" name=""/>
          <p:cNvSpPr/>
          <p:nvPr/>
        </p:nvSpPr>
        <p:spPr>
          <a:xfrm>
            <a:off x="310680" y="56124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4db2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6" name=""/>
          <p:cNvSpPr/>
          <p:nvPr/>
        </p:nvSpPr>
        <p:spPr>
          <a:xfrm>
            <a:off x="310680" y="56088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eb1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7" name=""/>
          <p:cNvSpPr/>
          <p:nvPr/>
        </p:nvSpPr>
        <p:spPr>
          <a:xfrm>
            <a:off x="310680" y="56088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4fb0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8" name=""/>
          <p:cNvSpPr/>
          <p:nvPr/>
        </p:nvSpPr>
        <p:spPr>
          <a:xfrm>
            <a:off x="310680" y="56052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0af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9" name=""/>
          <p:cNvSpPr/>
          <p:nvPr/>
        </p:nvSpPr>
        <p:spPr>
          <a:xfrm>
            <a:off x="310680" y="56052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51ae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0" name=""/>
          <p:cNvSpPr/>
          <p:nvPr/>
        </p:nvSpPr>
        <p:spPr>
          <a:xfrm>
            <a:off x="310680" y="56016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2ad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1" name=""/>
          <p:cNvSpPr/>
          <p:nvPr/>
        </p:nvSpPr>
        <p:spPr>
          <a:xfrm>
            <a:off x="310680" y="56016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54ab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2" name=""/>
          <p:cNvSpPr/>
          <p:nvPr/>
        </p:nvSpPr>
        <p:spPr>
          <a:xfrm>
            <a:off x="310680" y="55980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5aa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3" name=""/>
          <p:cNvSpPr/>
          <p:nvPr/>
        </p:nvSpPr>
        <p:spPr>
          <a:xfrm>
            <a:off x="310680" y="55980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56a9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4" name=""/>
          <p:cNvSpPr/>
          <p:nvPr/>
        </p:nvSpPr>
        <p:spPr>
          <a:xfrm>
            <a:off x="310680" y="55944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7a8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5" name=""/>
          <p:cNvSpPr/>
          <p:nvPr/>
        </p:nvSpPr>
        <p:spPr>
          <a:xfrm>
            <a:off x="310680" y="55944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58a7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6" name=""/>
          <p:cNvSpPr/>
          <p:nvPr/>
        </p:nvSpPr>
        <p:spPr>
          <a:xfrm>
            <a:off x="310680" y="55908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9a6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7" name=""/>
          <p:cNvSpPr/>
          <p:nvPr/>
        </p:nvSpPr>
        <p:spPr>
          <a:xfrm>
            <a:off x="310680" y="55908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5aa5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8" name=""/>
          <p:cNvSpPr/>
          <p:nvPr/>
        </p:nvSpPr>
        <p:spPr>
          <a:xfrm>
            <a:off x="310680" y="55872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ca3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9" name=""/>
          <p:cNvSpPr/>
          <p:nvPr/>
        </p:nvSpPr>
        <p:spPr>
          <a:xfrm>
            <a:off x="310680" y="55872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5da2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0" name=""/>
          <p:cNvSpPr/>
          <p:nvPr/>
        </p:nvSpPr>
        <p:spPr>
          <a:xfrm>
            <a:off x="310680" y="55836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ea1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1" name=""/>
          <p:cNvSpPr/>
          <p:nvPr/>
        </p:nvSpPr>
        <p:spPr>
          <a:xfrm>
            <a:off x="310680" y="55836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5fa0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2" name=""/>
          <p:cNvSpPr/>
          <p:nvPr/>
        </p:nvSpPr>
        <p:spPr>
          <a:xfrm>
            <a:off x="310680" y="55800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609f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3" name=""/>
          <p:cNvSpPr/>
          <p:nvPr/>
        </p:nvSpPr>
        <p:spPr>
          <a:xfrm>
            <a:off x="310680" y="55800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619e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4" name=""/>
          <p:cNvSpPr/>
          <p:nvPr/>
        </p:nvSpPr>
        <p:spPr>
          <a:xfrm>
            <a:off x="310680" y="55800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639c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5" name=""/>
          <p:cNvSpPr/>
          <p:nvPr/>
        </p:nvSpPr>
        <p:spPr>
          <a:xfrm>
            <a:off x="310680" y="55764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649b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6" name=""/>
          <p:cNvSpPr/>
          <p:nvPr/>
        </p:nvSpPr>
        <p:spPr>
          <a:xfrm>
            <a:off x="310680" y="55764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659a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7" name=""/>
          <p:cNvSpPr/>
          <p:nvPr/>
        </p:nvSpPr>
        <p:spPr>
          <a:xfrm>
            <a:off x="310680" y="55728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6699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8" name=""/>
          <p:cNvSpPr/>
          <p:nvPr/>
        </p:nvSpPr>
        <p:spPr>
          <a:xfrm>
            <a:off x="310680" y="55728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6798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9" name=""/>
          <p:cNvSpPr/>
          <p:nvPr/>
        </p:nvSpPr>
        <p:spPr>
          <a:xfrm>
            <a:off x="310680" y="55692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6897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0" name=""/>
          <p:cNvSpPr/>
          <p:nvPr/>
        </p:nvSpPr>
        <p:spPr>
          <a:xfrm>
            <a:off x="310680" y="55692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6a95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1" name=""/>
          <p:cNvSpPr/>
          <p:nvPr/>
        </p:nvSpPr>
        <p:spPr>
          <a:xfrm>
            <a:off x="310680" y="55656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6b94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2" name=""/>
          <p:cNvSpPr/>
          <p:nvPr/>
        </p:nvSpPr>
        <p:spPr>
          <a:xfrm>
            <a:off x="310680" y="55656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6c93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3" name=""/>
          <p:cNvSpPr/>
          <p:nvPr/>
        </p:nvSpPr>
        <p:spPr>
          <a:xfrm>
            <a:off x="310680" y="55620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6d92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4" name=""/>
          <p:cNvSpPr/>
          <p:nvPr/>
        </p:nvSpPr>
        <p:spPr>
          <a:xfrm>
            <a:off x="310680" y="55620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6e91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5" name=""/>
          <p:cNvSpPr/>
          <p:nvPr/>
        </p:nvSpPr>
        <p:spPr>
          <a:xfrm>
            <a:off x="310680" y="55584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6f90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6" name=""/>
          <p:cNvSpPr/>
          <p:nvPr/>
        </p:nvSpPr>
        <p:spPr>
          <a:xfrm>
            <a:off x="310680" y="55584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718e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7" name=""/>
          <p:cNvSpPr/>
          <p:nvPr/>
        </p:nvSpPr>
        <p:spPr>
          <a:xfrm>
            <a:off x="310680" y="55548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28d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8" name=""/>
          <p:cNvSpPr/>
          <p:nvPr/>
        </p:nvSpPr>
        <p:spPr>
          <a:xfrm>
            <a:off x="310680" y="55548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738c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9" name=""/>
          <p:cNvSpPr/>
          <p:nvPr/>
        </p:nvSpPr>
        <p:spPr>
          <a:xfrm>
            <a:off x="310680" y="55512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48b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0" name=""/>
          <p:cNvSpPr/>
          <p:nvPr/>
        </p:nvSpPr>
        <p:spPr>
          <a:xfrm>
            <a:off x="310680" y="55512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758a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1" name=""/>
          <p:cNvSpPr/>
          <p:nvPr/>
        </p:nvSpPr>
        <p:spPr>
          <a:xfrm>
            <a:off x="310680" y="55476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689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2" name=""/>
          <p:cNvSpPr/>
          <p:nvPr/>
        </p:nvSpPr>
        <p:spPr>
          <a:xfrm>
            <a:off x="310680" y="55476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7887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3" name=""/>
          <p:cNvSpPr/>
          <p:nvPr/>
        </p:nvSpPr>
        <p:spPr>
          <a:xfrm>
            <a:off x="310680" y="55440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986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4" name=""/>
          <p:cNvSpPr/>
          <p:nvPr/>
        </p:nvSpPr>
        <p:spPr>
          <a:xfrm>
            <a:off x="310680" y="55440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7a85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5" name=""/>
          <p:cNvSpPr/>
          <p:nvPr/>
        </p:nvSpPr>
        <p:spPr>
          <a:xfrm>
            <a:off x="310680" y="55404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b84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6" name=""/>
          <p:cNvSpPr/>
          <p:nvPr/>
        </p:nvSpPr>
        <p:spPr>
          <a:xfrm>
            <a:off x="310680" y="55404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7c83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7" name=""/>
          <p:cNvSpPr/>
          <p:nvPr/>
        </p:nvSpPr>
        <p:spPr>
          <a:xfrm>
            <a:off x="310680" y="55368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d82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8" name=""/>
          <p:cNvSpPr/>
          <p:nvPr/>
        </p:nvSpPr>
        <p:spPr>
          <a:xfrm>
            <a:off x="310680" y="55368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7f80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9" name=""/>
          <p:cNvSpPr/>
          <p:nvPr/>
        </p:nvSpPr>
        <p:spPr>
          <a:xfrm>
            <a:off x="310680" y="55368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807f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0" name=""/>
          <p:cNvSpPr/>
          <p:nvPr/>
        </p:nvSpPr>
        <p:spPr>
          <a:xfrm>
            <a:off x="310680" y="55332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17e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1" name=""/>
          <p:cNvSpPr/>
          <p:nvPr/>
        </p:nvSpPr>
        <p:spPr>
          <a:xfrm>
            <a:off x="310680" y="55332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827d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2" name=""/>
          <p:cNvSpPr/>
          <p:nvPr/>
        </p:nvSpPr>
        <p:spPr>
          <a:xfrm>
            <a:off x="310680" y="55296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37c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3" name=""/>
          <p:cNvSpPr/>
          <p:nvPr/>
        </p:nvSpPr>
        <p:spPr>
          <a:xfrm>
            <a:off x="310680" y="55296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847b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4" name=""/>
          <p:cNvSpPr/>
          <p:nvPr/>
        </p:nvSpPr>
        <p:spPr>
          <a:xfrm>
            <a:off x="310680" y="55260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57a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5" name=""/>
          <p:cNvSpPr/>
          <p:nvPr/>
        </p:nvSpPr>
        <p:spPr>
          <a:xfrm>
            <a:off x="310680" y="55260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8778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6" name=""/>
          <p:cNvSpPr/>
          <p:nvPr/>
        </p:nvSpPr>
        <p:spPr>
          <a:xfrm>
            <a:off x="310680" y="55224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877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7" name=""/>
          <p:cNvSpPr/>
          <p:nvPr/>
        </p:nvSpPr>
        <p:spPr>
          <a:xfrm>
            <a:off x="310680" y="55224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8976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8" name=""/>
          <p:cNvSpPr/>
          <p:nvPr/>
        </p:nvSpPr>
        <p:spPr>
          <a:xfrm>
            <a:off x="310680" y="55188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a75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9" name=""/>
          <p:cNvSpPr/>
          <p:nvPr/>
        </p:nvSpPr>
        <p:spPr>
          <a:xfrm>
            <a:off x="310680" y="55188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8b74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0" name=""/>
          <p:cNvSpPr/>
          <p:nvPr/>
        </p:nvSpPr>
        <p:spPr>
          <a:xfrm>
            <a:off x="310680" y="55152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c73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1" name=""/>
          <p:cNvSpPr/>
          <p:nvPr/>
        </p:nvSpPr>
        <p:spPr>
          <a:xfrm>
            <a:off x="310680" y="55152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8e71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2" name=""/>
          <p:cNvSpPr/>
          <p:nvPr/>
        </p:nvSpPr>
        <p:spPr>
          <a:xfrm>
            <a:off x="310680" y="55116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f70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3" name=""/>
          <p:cNvSpPr/>
          <p:nvPr/>
        </p:nvSpPr>
        <p:spPr>
          <a:xfrm>
            <a:off x="310680" y="55116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906f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4" name=""/>
          <p:cNvSpPr/>
          <p:nvPr/>
        </p:nvSpPr>
        <p:spPr>
          <a:xfrm>
            <a:off x="310680" y="55080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16e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5" name=""/>
          <p:cNvSpPr/>
          <p:nvPr/>
        </p:nvSpPr>
        <p:spPr>
          <a:xfrm>
            <a:off x="310680" y="55080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926d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6" name=""/>
          <p:cNvSpPr/>
          <p:nvPr/>
        </p:nvSpPr>
        <p:spPr>
          <a:xfrm>
            <a:off x="310680" y="55044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36c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7" name=""/>
          <p:cNvSpPr/>
          <p:nvPr/>
        </p:nvSpPr>
        <p:spPr>
          <a:xfrm>
            <a:off x="310680" y="55044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956a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8" name=""/>
          <p:cNvSpPr/>
          <p:nvPr/>
        </p:nvSpPr>
        <p:spPr>
          <a:xfrm>
            <a:off x="310680" y="55008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669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9" name=""/>
          <p:cNvSpPr/>
          <p:nvPr/>
        </p:nvSpPr>
        <p:spPr>
          <a:xfrm>
            <a:off x="310680" y="55008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9768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0" name=""/>
          <p:cNvSpPr/>
          <p:nvPr/>
        </p:nvSpPr>
        <p:spPr>
          <a:xfrm>
            <a:off x="310680" y="54972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867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1" name=""/>
          <p:cNvSpPr/>
          <p:nvPr/>
        </p:nvSpPr>
        <p:spPr>
          <a:xfrm>
            <a:off x="310680" y="54972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9966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2" name=""/>
          <p:cNvSpPr/>
          <p:nvPr/>
        </p:nvSpPr>
        <p:spPr>
          <a:xfrm>
            <a:off x="310680" y="54936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a65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3" name=""/>
          <p:cNvSpPr/>
          <p:nvPr/>
        </p:nvSpPr>
        <p:spPr>
          <a:xfrm>
            <a:off x="310680" y="54936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9c63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4" name=""/>
          <p:cNvSpPr/>
          <p:nvPr/>
        </p:nvSpPr>
        <p:spPr>
          <a:xfrm>
            <a:off x="310680" y="54936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9d62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5" name=""/>
          <p:cNvSpPr/>
          <p:nvPr/>
        </p:nvSpPr>
        <p:spPr>
          <a:xfrm>
            <a:off x="310680" y="54900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e61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6" name=""/>
          <p:cNvSpPr/>
          <p:nvPr/>
        </p:nvSpPr>
        <p:spPr>
          <a:xfrm>
            <a:off x="310680" y="54900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9f60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7" name=""/>
          <p:cNvSpPr/>
          <p:nvPr/>
        </p:nvSpPr>
        <p:spPr>
          <a:xfrm>
            <a:off x="310680" y="54864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05f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8" name=""/>
          <p:cNvSpPr/>
          <p:nvPr/>
        </p:nvSpPr>
        <p:spPr>
          <a:xfrm>
            <a:off x="310680" y="54864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a15e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9" name=""/>
          <p:cNvSpPr/>
          <p:nvPr/>
        </p:nvSpPr>
        <p:spPr>
          <a:xfrm>
            <a:off x="310680" y="54828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35c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0" name=""/>
          <p:cNvSpPr/>
          <p:nvPr/>
        </p:nvSpPr>
        <p:spPr>
          <a:xfrm>
            <a:off x="310680" y="54828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a45b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1" name=""/>
          <p:cNvSpPr/>
          <p:nvPr/>
        </p:nvSpPr>
        <p:spPr>
          <a:xfrm>
            <a:off x="310680" y="54792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55a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2" name=""/>
          <p:cNvSpPr/>
          <p:nvPr/>
        </p:nvSpPr>
        <p:spPr>
          <a:xfrm>
            <a:off x="310680" y="54792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a659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3" name=""/>
          <p:cNvSpPr/>
          <p:nvPr/>
        </p:nvSpPr>
        <p:spPr>
          <a:xfrm>
            <a:off x="310680" y="54756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758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4" name=""/>
          <p:cNvSpPr/>
          <p:nvPr/>
        </p:nvSpPr>
        <p:spPr>
          <a:xfrm>
            <a:off x="310680" y="54756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a857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5" name=""/>
          <p:cNvSpPr/>
          <p:nvPr/>
        </p:nvSpPr>
        <p:spPr>
          <a:xfrm>
            <a:off x="310680" y="54720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955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6" name=""/>
          <p:cNvSpPr/>
          <p:nvPr/>
        </p:nvSpPr>
        <p:spPr>
          <a:xfrm>
            <a:off x="310680" y="54720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ab54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7" name=""/>
          <p:cNvSpPr/>
          <p:nvPr/>
        </p:nvSpPr>
        <p:spPr>
          <a:xfrm>
            <a:off x="310680" y="54684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c53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8" name=""/>
          <p:cNvSpPr/>
          <p:nvPr/>
        </p:nvSpPr>
        <p:spPr>
          <a:xfrm>
            <a:off x="310680" y="54684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ad52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9" name=""/>
          <p:cNvSpPr/>
          <p:nvPr/>
        </p:nvSpPr>
        <p:spPr>
          <a:xfrm>
            <a:off x="310680" y="54648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e51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0" name=""/>
          <p:cNvSpPr/>
          <p:nvPr/>
        </p:nvSpPr>
        <p:spPr>
          <a:xfrm>
            <a:off x="310680" y="54648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af50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1" name=""/>
          <p:cNvSpPr/>
          <p:nvPr/>
        </p:nvSpPr>
        <p:spPr>
          <a:xfrm>
            <a:off x="310680" y="54612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04f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2" name=""/>
          <p:cNvSpPr/>
          <p:nvPr/>
        </p:nvSpPr>
        <p:spPr>
          <a:xfrm>
            <a:off x="310680" y="54612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b24d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3" name=""/>
          <p:cNvSpPr/>
          <p:nvPr/>
        </p:nvSpPr>
        <p:spPr>
          <a:xfrm>
            <a:off x="310680" y="54576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34c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4" name=""/>
          <p:cNvSpPr/>
          <p:nvPr/>
        </p:nvSpPr>
        <p:spPr>
          <a:xfrm>
            <a:off x="310680" y="54576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b44b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5" name=""/>
          <p:cNvSpPr/>
          <p:nvPr/>
        </p:nvSpPr>
        <p:spPr>
          <a:xfrm>
            <a:off x="310680" y="54540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54a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6" name=""/>
          <p:cNvSpPr/>
          <p:nvPr/>
        </p:nvSpPr>
        <p:spPr>
          <a:xfrm>
            <a:off x="310680" y="54540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b649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7" name=""/>
          <p:cNvSpPr/>
          <p:nvPr/>
        </p:nvSpPr>
        <p:spPr>
          <a:xfrm>
            <a:off x="310680" y="54504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748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8" name=""/>
          <p:cNvSpPr/>
          <p:nvPr/>
        </p:nvSpPr>
        <p:spPr>
          <a:xfrm>
            <a:off x="310680" y="54504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b946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9" name=""/>
          <p:cNvSpPr/>
          <p:nvPr/>
        </p:nvSpPr>
        <p:spPr>
          <a:xfrm>
            <a:off x="310680" y="54468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a45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0" name=""/>
          <p:cNvSpPr/>
          <p:nvPr/>
        </p:nvSpPr>
        <p:spPr>
          <a:xfrm>
            <a:off x="310680" y="54468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bb44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1" name=""/>
          <p:cNvSpPr/>
          <p:nvPr/>
        </p:nvSpPr>
        <p:spPr>
          <a:xfrm>
            <a:off x="310680" y="54468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bc43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2" name=""/>
          <p:cNvSpPr/>
          <p:nvPr/>
        </p:nvSpPr>
        <p:spPr>
          <a:xfrm>
            <a:off x="310680" y="54432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d42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3" name=""/>
          <p:cNvSpPr/>
          <p:nvPr/>
        </p:nvSpPr>
        <p:spPr>
          <a:xfrm>
            <a:off x="310680" y="54432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be41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4" name=""/>
          <p:cNvSpPr/>
          <p:nvPr/>
        </p:nvSpPr>
        <p:spPr>
          <a:xfrm>
            <a:off x="310680" y="54396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f40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5" name=""/>
          <p:cNvSpPr/>
          <p:nvPr/>
        </p:nvSpPr>
        <p:spPr>
          <a:xfrm>
            <a:off x="310680" y="54396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be404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6" name=""/>
          <p:cNvSpPr/>
          <p:nvPr/>
        </p:nvSpPr>
        <p:spPr>
          <a:xfrm>
            <a:off x="310680" y="54360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d404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7" name=""/>
          <p:cNvSpPr/>
          <p:nvPr/>
        </p:nvSpPr>
        <p:spPr>
          <a:xfrm>
            <a:off x="310680" y="54360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bc404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8" name=""/>
          <p:cNvSpPr/>
          <p:nvPr/>
        </p:nvSpPr>
        <p:spPr>
          <a:xfrm>
            <a:off x="310680" y="54324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c404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9" name=""/>
          <p:cNvSpPr/>
          <p:nvPr/>
        </p:nvSpPr>
        <p:spPr>
          <a:xfrm>
            <a:off x="310680" y="54324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bb404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80" name=""/>
          <p:cNvSpPr/>
          <p:nvPr/>
        </p:nvSpPr>
        <p:spPr>
          <a:xfrm>
            <a:off x="310680" y="54288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a404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81" name=""/>
          <p:cNvSpPr/>
          <p:nvPr/>
        </p:nvSpPr>
        <p:spPr>
          <a:xfrm>
            <a:off x="310680" y="54288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b9404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82" name=""/>
          <p:cNvSpPr/>
          <p:nvPr/>
        </p:nvSpPr>
        <p:spPr>
          <a:xfrm>
            <a:off x="310680" y="54252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8404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83" name=""/>
          <p:cNvSpPr/>
          <p:nvPr/>
        </p:nvSpPr>
        <p:spPr>
          <a:xfrm>
            <a:off x="310680" y="54252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b7404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84" name=""/>
          <p:cNvSpPr/>
          <p:nvPr/>
        </p:nvSpPr>
        <p:spPr>
          <a:xfrm>
            <a:off x="310680" y="54216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6404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85" name=""/>
          <p:cNvSpPr/>
          <p:nvPr/>
        </p:nvSpPr>
        <p:spPr>
          <a:xfrm>
            <a:off x="310680" y="54216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b5404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86" name=""/>
          <p:cNvSpPr/>
          <p:nvPr/>
        </p:nvSpPr>
        <p:spPr>
          <a:xfrm>
            <a:off x="310680" y="54180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5404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87" name=""/>
          <p:cNvSpPr/>
          <p:nvPr/>
        </p:nvSpPr>
        <p:spPr>
          <a:xfrm>
            <a:off x="310680" y="54180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b440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88" name=""/>
          <p:cNvSpPr/>
          <p:nvPr/>
        </p:nvSpPr>
        <p:spPr>
          <a:xfrm>
            <a:off x="310680" y="54144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3404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89" name=""/>
          <p:cNvSpPr/>
          <p:nvPr/>
        </p:nvSpPr>
        <p:spPr>
          <a:xfrm>
            <a:off x="310680" y="54144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b2404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0" name=""/>
          <p:cNvSpPr/>
          <p:nvPr/>
        </p:nvSpPr>
        <p:spPr>
          <a:xfrm>
            <a:off x="310680" y="54108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140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1" name=""/>
          <p:cNvSpPr/>
          <p:nvPr/>
        </p:nvSpPr>
        <p:spPr>
          <a:xfrm>
            <a:off x="310680" y="54108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b0404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2" name=""/>
          <p:cNvSpPr/>
          <p:nvPr/>
        </p:nvSpPr>
        <p:spPr>
          <a:xfrm>
            <a:off x="310680" y="54072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f405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3" name=""/>
          <p:cNvSpPr/>
          <p:nvPr/>
        </p:nvSpPr>
        <p:spPr>
          <a:xfrm>
            <a:off x="310680" y="54072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ae405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4" name=""/>
          <p:cNvSpPr/>
          <p:nvPr/>
        </p:nvSpPr>
        <p:spPr>
          <a:xfrm>
            <a:off x="310680" y="54036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e405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5" name=""/>
          <p:cNvSpPr/>
          <p:nvPr/>
        </p:nvSpPr>
        <p:spPr>
          <a:xfrm>
            <a:off x="310680" y="54036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ad405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6" name=""/>
          <p:cNvSpPr/>
          <p:nvPr/>
        </p:nvSpPr>
        <p:spPr>
          <a:xfrm>
            <a:off x="310680" y="54036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ac405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7" name=""/>
          <p:cNvSpPr/>
          <p:nvPr/>
        </p:nvSpPr>
        <p:spPr>
          <a:xfrm>
            <a:off x="310680" y="54000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b405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8" name=""/>
          <p:cNvSpPr/>
          <p:nvPr/>
        </p:nvSpPr>
        <p:spPr>
          <a:xfrm>
            <a:off x="310680" y="54000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aa405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9" name=""/>
          <p:cNvSpPr/>
          <p:nvPr/>
        </p:nvSpPr>
        <p:spPr>
          <a:xfrm>
            <a:off x="310680" y="53964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9405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0" name=""/>
          <p:cNvSpPr/>
          <p:nvPr/>
        </p:nvSpPr>
        <p:spPr>
          <a:xfrm>
            <a:off x="310680" y="53964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a8405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1" name=""/>
          <p:cNvSpPr/>
          <p:nvPr/>
        </p:nvSpPr>
        <p:spPr>
          <a:xfrm>
            <a:off x="310680" y="53928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7405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2" name=""/>
          <p:cNvSpPr/>
          <p:nvPr/>
        </p:nvSpPr>
        <p:spPr>
          <a:xfrm>
            <a:off x="310680" y="53928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a7405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3" name=""/>
          <p:cNvSpPr/>
          <p:nvPr/>
        </p:nvSpPr>
        <p:spPr>
          <a:xfrm>
            <a:off x="310680" y="53892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6405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4" name=""/>
          <p:cNvSpPr/>
          <p:nvPr/>
        </p:nvSpPr>
        <p:spPr>
          <a:xfrm>
            <a:off x="310680" y="53892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a5405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5" name=""/>
          <p:cNvSpPr/>
          <p:nvPr/>
        </p:nvSpPr>
        <p:spPr>
          <a:xfrm>
            <a:off x="310680" y="53856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4405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6" name=""/>
          <p:cNvSpPr/>
          <p:nvPr/>
        </p:nvSpPr>
        <p:spPr>
          <a:xfrm>
            <a:off x="310680" y="53856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a3405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7" name=""/>
          <p:cNvSpPr/>
          <p:nvPr/>
        </p:nvSpPr>
        <p:spPr>
          <a:xfrm>
            <a:off x="310680" y="53820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2405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8" name=""/>
          <p:cNvSpPr/>
          <p:nvPr/>
        </p:nvSpPr>
        <p:spPr>
          <a:xfrm>
            <a:off x="310680" y="53820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a1405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9" name=""/>
          <p:cNvSpPr/>
          <p:nvPr/>
        </p:nvSpPr>
        <p:spPr>
          <a:xfrm>
            <a:off x="310680" y="53784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0405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0" name=""/>
          <p:cNvSpPr/>
          <p:nvPr/>
        </p:nvSpPr>
        <p:spPr>
          <a:xfrm>
            <a:off x="310680" y="53784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a0405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1" name=""/>
          <p:cNvSpPr/>
          <p:nvPr/>
        </p:nvSpPr>
        <p:spPr>
          <a:xfrm>
            <a:off x="310680" y="53748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f4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2" name=""/>
          <p:cNvSpPr/>
          <p:nvPr/>
        </p:nvSpPr>
        <p:spPr>
          <a:xfrm>
            <a:off x="310680" y="53748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9e406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3" name=""/>
          <p:cNvSpPr/>
          <p:nvPr/>
        </p:nvSpPr>
        <p:spPr>
          <a:xfrm>
            <a:off x="310680" y="53712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d406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4" name=""/>
          <p:cNvSpPr/>
          <p:nvPr/>
        </p:nvSpPr>
        <p:spPr>
          <a:xfrm>
            <a:off x="310680" y="53712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9c40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5" name=""/>
          <p:cNvSpPr/>
          <p:nvPr/>
        </p:nvSpPr>
        <p:spPr>
          <a:xfrm>
            <a:off x="310680" y="53676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b40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6" name=""/>
          <p:cNvSpPr/>
          <p:nvPr/>
        </p:nvSpPr>
        <p:spPr>
          <a:xfrm>
            <a:off x="310680" y="53676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9a406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7" name=""/>
          <p:cNvSpPr/>
          <p:nvPr/>
        </p:nvSpPr>
        <p:spPr>
          <a:xfrm>
            <a:off x="310680" y="53640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a406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8" name=""/>
          <p:cNvSpPr/>
          <p:nvPr/>
        </p:nvSpPr>
        <p:spPr>
          <a:xfrm>
            <a:off x="310680" y="53640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99406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9" name=""/>
          <p:cNvSpPr/>
          <p:nvPr/>
        </p:nvSpPr>
        <p:spPr>
          <a:xfrm>
            <a:off x="310680" y="53604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8406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0" name=""/>
          <p:cNvSpPr/>
          <p:nvPr/>
        </p:nvSpPr>
        <p:spPr>
          <a:xfrm>
            <a:off x="310680" y="53604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97406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1" name=""/>
          <p:cNvSpPr/>
          <p:nvPr/>
        </p:nvSpPr>
        <p:spPr>
          <a:xfrm>
            <a:off x="310680" y="53604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96406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2" name=""/>
          <p:cNvSpPr/>
          <p:nvPr/>
        </p:nvSpPr>
        <p:spPr>
          <a:xfrm>
            <a:off x="310680" y="53568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5406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3" name=""/>
          <p:cNvSpPr/>
          <p:nvPr/>
        </p:nvSpPr>
        <p:spPr>
          <a:xfrm>
            <a:off x="310680" y="53568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94406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4" name=""/>
          <p:cNvSpPr/>
          <p:nvPr/>
        </p:nvSpPr>
        <p:spPr>
          <a:xfrm>
            <a:off x="310680" y="53532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3406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5" name=""/>
          <p:cNvSpPr/>
          <p:nvPr/>
        </p:nvSpPr>
        <p:spPr>
          <a:xfrm>
            <a:off x="310680" y="53532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93406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6" name=""/>
          <p:cNvSpPr/>
          <p:nvPr/>
        </p:nvSpPr>
        <p:spPr>
          <a:xfrm>
            <a:off x="310680" y="53496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2406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7" name=""/>
          <p:cNvSpPr/>
          <p:nvPr/>
        </p:nvSpPr>
        <p:spPr>
          <a:xfrm>
            <a:off x="310680" y="53496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91406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8" name=""/>
          <p:cNvSpPr/>
          <p:nvPr/>
        </p:nvSpPr>
        <p:spPr>
          <a:xfrm>
            <a:off x="310680" y="53460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0406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9" name=""/>
          <p:cNvSpPr/>
          <p:nvPr/>
        </p:nvSpPr>
        <p:spPr>
          <a:xfrm>
            <a:off x="310680" y="53460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8f407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0" name=""/>
          <p:cNvSpPr/>
          <p:nvPr/>
        </p:nvSpPr>
        <p:spPr>
          <a:xfrm>
            <a:off x="310680" y="53424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e407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1" name=""/>
          <p:cNvSpPr/>
          <p:nvPr/>
        </p:nvSpPr>
        <p:spPr>
          <a:xfrm>
            <a:off x="310680" y="53424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8d407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2" name=""/>
          <p:cNvSpPr/>
          <p:nvPr/>
        </p:nvSpPr>
        <p:spPr>
          <a:xfrm>
            <a:off x="310680" y="53388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c407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3" name=""/>
          <p:cNvSpPr/>
          <p:nvPr/>
        </p:nvSpPr>
        <p:spPr>
          <a:xfrm>
            <a:off x="310680" y="53388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8c407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4" name=""/>
          <p:cNvSpPr/>
          <p:nvPr/>
        </p:nvSpPr>
        <p:spPr>
          <a:xfrm>
            <a:off x="310680" y="53352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b407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5" name=""/>
          <p:cNvSpPr/>
          <p:nvPr/>
        </p:nvSpPr>
        <p:spPr>
          <a:xfrm>
            <a:off x="310680" y="53352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8a407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6" name=""/>
          <p:cNvSpPr/>
          <p:nvPr/>
        </p:nvSpPr>
        <p:spPr>
          <a:xfrm>
            <a:off x="310680" y="53316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9407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7" name=""/>
          <p:cNvSpPr/>
          <p:nvPr/>
        </p:nvSpPr>
        <p:spPr>
          <a:xfrm>
            <a:off x="310680" y="53316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88407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8" name=""/>
          <p:cNvSpPr/>
          <p:nvPr/>
        </p:nvSpPr>
        <p:spPr>
          <a:xfrm>
            <a:off x="310680" y="53280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740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9" name=""/>
          <p:cNvSpPr/>
          <p:nvPr/>
        </p:nvSpPr>
        <p:spPr>
          <a:xfrm>
            <a:off x="310680" y="53280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86407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0" name=""/>
          <p:cNvSpPr/>
          <p:nvPr/>
        </p:nvSpPr>
        <p:spPr>
          <a:xfrm>
            <a:off x="310680" y="53244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5407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1" name=""/>
          <p:cNvSpPr/>
          <p:nvPr/>
        </p:nvSpPr>
        <p:spPr>
          <a:xfrm>
            <a:off x="310680" y="53244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85407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2" name=""/>
          <p:cNvSpPr/>
          <p:nvPr/>
        </p:nvSpPr>
        <p:spPr>
          <a:xfrm>
            <a:off x="310680" y="53208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4407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3" name=""/>
          <p:cNvSpPr/>
          <p:nvPr/>
        </p:nvSpPr>
        <p:spPr>
          <a:xfrm>
            <a:off x="310680" y="53208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83407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4" name=""/>
          <p:cNvSpPr/>
          <p:nvPr/>
        </p:nvSpPr>
        <p:spPr>
          <a:xfrm>
            <a:off x="310680" y="53172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2407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5" name=""/>
          <p:cNvSpPr/>
          <p:nvPr/>
        </p:nvSpPr>
        <p:spPr>
          <a:xfrm>
            <a:off x="310680" y="53172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81407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6" name=""/>
          <p:cNvSpPr/>
          <p:nvPr/>
        </p:nvSpPr>
        <p:spPr>
          <a:xfrm>
            <a:off x="310680" y="53136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0407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7" name=""/>
          <p:cNvSpPr/>
          <p:nvPr/>
        </p:nvSpPr>
        <p:spPr>
          <a:xfrm>
            <a:off x="310680" y="53136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7f408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8" name=""/>
          <p:cNvSpPr/>
          <p:nvPr/>
        </p:nvSpPr>
        <p:spPr>
          <a:xfrm>
            <a:off x="310680" y="53136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7e408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9" name=""/>
          <p:cNvSpPr/>
          <p:nvPr/>
        </p:nvSpPr>
        <p:spPr>
          <a:xfrm>
            <a:off x="310680" y="53100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e40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0" name=""/>
          <p:cNvSpPr/>
          <p:nvPr/>
        </p:nvSpPr>
        <p:spPr>
          <a:xfrm>
            <a:off x="310680" y="53100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7d408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1" name=""/>
          <p:cNvSpPr/>
          <p:nvPr/>
        </p:nvSpPr>
        <p:spPr>
          <a:xfrm>
            <a:off x="310680" y="53064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c408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2" name=""/>
          <p:cNvSpPr/>
          <p:nvPr/>
        </p:nvSpPr>
        <p:spPr>
          <a:xfrm>
            <a:off x="310680" y="53064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7b408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3" name=""/>
          <p:cNvSpPr/>
          <p:nvPr/>
        </p:nvSpPr>
        <p:spPr>
          <a:xfrm>
            <a:off x="310680" y="53028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a408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4" name=""/>
          <p:cNvSpPr/>
          <p:nvPr/>
        </p:nvSpPr>
        <p:spPr>
          <a:xfrm>
            <a:off x="310680" y="53028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79408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5" name=""/>
          <p:cNvSpPr/>
          <p:nvPr/>
        </p:nvSpPr>
        <p:spPr>
          <a:xfrm>
            <a:off x="310680" y="52992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840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6" name=""/>
          <p:cNvSpPr/>
          <p:nvPr/>
        </p:nvSpPr>
        <p:spPr>
          <a:xfrm>
            <a:off x="310680" y="52992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7840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7" name=""/>
          <p:cNvSpPr/>
          <p:nvPr/>
        </p:nvSpPr>
        <p:spPr>
          <a:xfrm>
            <a:off x="310680" y="52956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7408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8" name=""/>
          <p:cNvSpPr/>
          <p:nvPr/>
        </p:nvSpPr>
        <p:spPr>
          <a:xfrm>
            <a:off x="310680" y="52956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76408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9" name=""/>
          <p:cNvSpPr/>
          <p:nvPr/>
        </p:nvSpPr>
        <p:spPr>
          <a:xfrm>
            <a:off x="310680" y="52920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5408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60" name=""/>
          <p:cNvSpPr/>
          <p:nvPr/>
        </p:nvSpPr>
        <p:spPr>
          <a:xfrm>
            <a:off x="310680" y="52920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74408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61" name=""/>
          <p:cNvSpPr/>
          <p:nvPr/>
        </p:nvSpPr>
        <p:spPr>
          <a:xfrm>
            <a:off x="310680" y="52884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3408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62" name=""/>
          <p:cNvSpPr/>
          <p:nvPr/>
        </p:nvSpPr>
        <p:spPr>
          <a:xfrm>
            <a:off x="310680" y="52884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72408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63" name=""/>
          <p:cNvSpPr/>
          <p:nvPr/>
        </p:nvSpPr>
        <p:spPr>
          <a:xfrm>
            <a:off x="310680" y="52848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1408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64" name=""/>
          <p:cNvSpPr/>
          <p:nvPr/>
        </p:nvSpPr>
        <p:spPr>
          <a:xfrm>
            <a:off x="310680" y="52848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71408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65" name=""/>
          <p:cNvSpPr/>
          <p:nvPr/>
        </p:nvSpPr>
        <p:spPr>
          <a:xfrm>
            <a:off x="310680" y="52812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0408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66" name=""/>
          <p:cNvSpPr/>
          <p:nvPr/>
        </p:nvSpPr>
        <p:spPr>
          <a:xfrm>
            <a:off x="310680" y="52812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6f409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67" name=""/>
          <p:cNvSpPr/>
          <p:nvPr/>
        </p:nvSpPr>
        <p:spPr>
          <a:xfrm>
            <a:off x="310680" y="52776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6e409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68" name=""/>
          <p:cNvSpPr/>
          <p:nvPr/>
        </p:nvSpPr>
        <p:spPr>
          <a:xfrm>
            <a:off x="310680" y="52776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6d409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69" name=""/>
          <p:cNvSpPr/>
          <p:nvPr/>
        </p:nvSpPr>
        <p:spPr>
          <a:xfrm>
            <a:off x="310680" y="52740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6c409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0" name=""/>
          <p:cNvSpPr/>
          <p:nvPr/>
        </p:nvSpPr>
        <p:spPr>
          <a:xfrm>
            <a:off x="310680" y="52740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6b409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1" name=""/>
          <p:cNvSpPr/>
          <p:nvPr/>
        </p:nvSpPr>
        <p:spPr>
          <a:xfrm>
            <a:off x="310680" y="52704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6a409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2" name=""/>
          <p:cNvSpPr/>
          <p:nvPr/>
        </p:nvSpPr>
        <p:spPr>
          <a:xfrm>
            <a:off x="310680" y="52704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6a409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3" name=""/>
          <p:cNvSpPr/>
          <p:nvPr/>
        </p:nvSpPr>
        <p:spPr>
          <a:xfrm>
            <a:off x="310680" y="52704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69409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4" name=""/>
          <p:cNvSpPr/>
          <p:nvPr/>
        </p:nvSpPr>
        <p:spPr>
          <a:xfrm>
            <a:off x="310680" y="52668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68409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5" name=""/>
          <p:cNvSpPr/>
          <p:nvPr/>
        </p:nvSpPr>
        <p:spPr>
          <a:xfrm>
            <a:off x="310680" y="52668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67409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6" name=""/>
          <p:cNvSpPr/>
          <p:nvPr/>
        </p:nvSpPr>
        <p:spPr>
          <a:xfrm>
            <a:off x="310680" y="52632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66409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7" name=""/>
          <p:cNvSpPr/>
          <p:nvPr/>
        </p:nvSpPr>
        <p:spPr>
          <a:xfrm>
            <a:off x="310680" y="52632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65409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8" name=""/>
          <p:cNvSpPr/>
          <p:nvPr/>
        </p:nvSpPr>
        <p:spPr>
          <a:xfrm>
            <a:off x="310680" y="52596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64409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9" name=""/>
          <p:cNvSpPr/>
          <p:nvPr/>
        </p:nvSpPr>
        <p:spPr>
          <a:xfrm>
            <a:off x="310680" y="52596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63409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0" name=""/>
          <p:cNvSpPr/>
          <p:nvPr/>
        </p:nvSpPr>
        <p:spPr>
          <a:xfrm>
            <a:off x="310680" y="52560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63409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1" name=""/>
          <p:cNvSpPr/>
          <p:nvPr/>
        </p:nvSpPr>
        <p:spPr>
          <a:xfrm>
            <a:off x="310680" y="52560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62409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2" name=""/>
          <p:cNvSpPr/>
          <p:nvPr/>
        </p:nvSpPr>
        <p:spPr>
          <a:xfrm>
            <a:off x="310680" y="52524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61409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3" name=""/>
          <p:cNvSpPr/>
          <p:nvPr/>
        </p:nvSpPr>
        <p:spPr>
          <a:xfrm>
            <a:off x="310680" y="52524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60409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4" name=""/>
          <p:cNvSpPr/>
          <p:nvPr/>
        </p:nvSpPr>
        <p:spPr>
          <a:xfrm>
            <a:off x="310680" y="52488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f40a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5" name=""/>
          <p:cNvSpPr/>
          <p:nvPr/>
        </p:nvSpPr>
        <p:spPr>
          <a:xfrm>
            <a:off x="310680" y="52488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5e40a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6" name=""/>
          <p:cNvSpPr/>
          <p:nvPr/>
        </p:nvSpPr>
        <p:spPr>
          <a:xfrm>
            <a:off x="310680" y="52452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d40a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7" name=""/>
          <p:cNvSpPr/>
          <p:nvPr/>
        </p:nvSpPr>
        <p:spPr>
          <a:xfrm>
            <a:off x="310680" y="52452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5d40a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8" name=""/>
          <p:cNvSpPr/>
          <p:nvPr/>
        </p:nvSpPr>
        <p:spPr>
          <a:xfrm>
            <a:off x="310680" y="52416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c40a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9" name=""/>
          <p:cNvSpPr/>
          <p:nvPr/>
        </p:nvSpPr>
        <p:spPr>
          <a:xfrm>
            <a:off x="310680" y="52416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5b40a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0" name=""/>
          <p:cNvSpPr/>
          <p:nvPr/>
        </p:nvSpPr>
        <p:spPr>
          <a:xfrm>
            <a:off x="310680" y="52380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a40a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1" name=""/>
          <p:cNvSpPr/>
          <p:nvPr/>
        </p:nvSpPr>
        <p:spPr>
          <a:xfrm>
            <a:off x="310680" y="52380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5940a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2" name=""/>
          <p:cNvSpPr/>
          <p:nvPr/>
        </p:nvSpPr>
        <p:spPr>
          <a:xfrm>
            <a:off x="310680" y="52344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840a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3" name=""/>
          <p:cNvSpPr/>
          <p:nvPr/>
        </p:nvSpPr>
        <p:spPr>
          <a:xfrm>
            <a:off x="310680" y="52344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5740a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4" name=""/>
          <p:cNvSpPr/>
          <p:nvPr/>
        </p:nvSpPr>
        <p:spPr>
          <a:xfrm>
            <a:off x="310680" y="52308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640a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5" name=""/>
          <p:cNvSpPr/>
          <p:nvPr/>
        </p:nvSpPr>
        <p:spPr>
          <a:xfrm>
            <a:off x="310680" y="52308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5640a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6" name=""/>
          <p:cNvSpPr/>
          <p:nvPr/>
        </p:nvSpPr>
        <p:spPr>
          <a:xfrm>
            <a:off x="310680" y="52272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540a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7" name=""/>
          <p:cNvSpPr/>
          <p:nvPr/>
        </p:nvSpPr>
        <p:spPr>
          <a:xfrm>
            <a:off x="310680" y="52272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5440a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8" name=""/>
          <p:cNvSpPr/>
          <p:nvPr/>
        </p:nvSpPr>
        <p:spPr>
          <a:xfrm>
            <a:off x="310680" y="52272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5340a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9" name=""/>
          <p:cNvSpPr/>
          <p:nvPr/>
        </p:nvSpPr>
        <p:spPr>
          <a:xfrm>
            <a:off x="310680" y="52236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240a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0" name=""/>
          <p:cNvSpPr/>
          <p:nvPr/>
        </p:nvSpPr>
        <p:spPr>
          <a:xfrm>
            <a:off x="310680" y="52236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5140a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1" name=""/>
          <p:cNvSpPr/>
          <p:nvPr/>
        </p:nvSpPr>
        <p:spPr>
          <a:xfrm>
            <a:off x="310680" y="52200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040a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2" name=""/>
          <p:cNvSpPr/>
          <p:nvPr/>
        </p:nvSpPr>
        <p:spPr>
          <a:xfrm>
            <a:off x="310680" y="52200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4f40b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3" name=""/>
          <p:cNvSpPr/>
          <p:nvPr/>
        </p:nvSpPr>
        <p:spPr>
          <a:xfrm>
            <a:off x="310680" y="52164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f40b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4" name=""/>
          <p:cNvSpPr/>
          <p:nvPr/>
        </p:nvSpPr>
        <p:spPr>
          <a:xfrm>
            <a:off x="310680" y="52164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4e40b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5" name=""/>
          <p:cNvSpPr/>
          <p:nvPr/>
        </p:nvSpPr>
        <p:spPr>
          <a:xfrm>
            <a:off x="310680" y="52128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d40b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6" name=""/>
          <p:cNvSpPr/>
          <p:nvPr/>
        </p:nvSpPr>
        <p:spPr>
          <a:xfrm>
            <a:off x="310680" y="52128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4c40b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7" name=""/>
          <p:cNvSpPr/>
          <p:nvPr/>
        </p:nvSpPr>
        <p:spPr>
          <a:xfrm>
            <a:off x="310680" y="52092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b40b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8" name=""/>
          <p:cNvSpPr/>
          <p:nvPr/>
        </p:nvSpPr>
        <p:spPr>
          <a:xfrm>
            <a:off x="310680" y="52092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4a40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9" name=""/>
          <p:cNvSpPr/>
          <p:nvPr/>
        </p:nvSpPr>
        <p:spPr>
          <a:xfrm>
            <a:off x="310680" y="52056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940b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10" name=""/>
          <p:cNvSpPr/>
          <p:nvPr/>
        </p:nvSpPr>
        <p:spPr>
          <a:xfrm>
            <a:off x="310680" y="52056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4840b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11" name=""/>
          <p:cNvSpPr/>
          <p:nvPr/>
        </p:nvSpPr>
        <p:spPr>
          <a:xfrm>
            <a:off x="310680" y="52020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840b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12" name=""/>
          <p:cNvSpPr/>
          <p:nvPr/>
        </p:nvSpPr>
        <p:spPr>
          <a:xfrm>
            <a:off x="310680" y="52020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4740b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13" name=""/>
          <p:cNvSpPr/>
          <p:nvPr/>
        </p:nvSpPr>
        <p:spPr>
          <a:xfrm>
            <a:off x="310680" y="51984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640b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14" name=""/>
          <p:cNvSpPr/>
          <p:nvPr/>
        </p:nvSpPr>
        <p:spPr>
          <a:xfrm>
            <a:off x="310680" y="51984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4540b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15" name=""/>
          <p:cNvSpPr/>
          <p:nvPr/>
        </p:nvSpPr>
        <p:spPr>
          <a:xfrm>
            <a:off x="310680" y="51948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440b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16" name=""/>
          <p:cNvSpPr/>
          <p:nvPr/>
        </p:nvSpPr>
        <p:spPr>
          <a:xfrm>
            <a:off x="310680" y="51948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4340b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17" name=""/>
          <p:cNvSpPr/>
          <p:nvPr/>
        </p:nvSpPr>
        <p:spPr>
          <a:xfrm>
            <a:off x="310680" y="51912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240b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18" name=""/>
          <p:cNvSpPr/>
          <p:nvPr/>
        </p:nvSpPr>
        <p:spPr>
          <a:xfrm>
            <a:off x="310680" y="51912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4140b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19" name=""/>
          <p:cNvSpPr/>
          <p:nvPr/>
        </p:nvSpPr>
        <p:spPr>
          <a:xfrm>
            <a:off x="310680" y="51876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140b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0" name=""/>
          <p:cNvSpPr/>
          <p:nvPr/>
        </p:nvSpPr>
        <p:spPr>
          <a:xfrm>
            <a:off x="310680" y="51876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4040b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1" name=""/>
          <p:cNvSpPr/>
          <p:nvPr/>
        </p:nvSpPr>
        <p:spPr>
          <a:xfrm>
            <a:off x="310680" y="572400"/>
            <a:ext cx="31680" cy="0"/>
          </a:xfrm>
          <a:prstGeom prst="line">
            <a:avLst/>
          </a:prstGeom>
          <a:ln w="5040">
            <a:solidFill>
              <a:srgbClr val="b2b2b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-2520" bIns="-25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2" name=""/>
          <p:cNvSpPr/>
          <p:nvPr/>
        </p:nvSpPr>
        <p:spPr>
          <a:xfrm>
            <a:off x="329760" y="45216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72"/>
                </a:moveTo>
                <a:lnTo>
                  <a:pt x="0" y="72"/>
                </a:lnTo>
                <a:lnTo>
                  <a:pt x="0" y="0"/>
                </a:lnTo>
              </a:path>
            </a:pathLst>
          </a:custGeom>
          <a:ln w="5040">
            <a:solidFill>
              <a:srgbClr val="000000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3" name=""/>
          <p:cNvSpPr txBox="1"/>
          <p:nvPr/>
        </p:nvSpPr>
        <p:spPr>
          <a:xfrm>
            <a:off x="108000" y="76680"/>
            <a:ext cx="85284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GB" sz="113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References I</a:t>
            </a:r>
            <a:endParaRPr lang="en-GB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4" name=""/>
          <p:cNvSpPr txBox="1"/>
          <p:nvPr/>
        </p:nvSpPr>
        <p:spPr>
          <a:xfrm>
            <a:off x="462240" y="507600"/>
            <a:ext cx="510120" cy="8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GB" sz="570" b="0" u="none" strike="noStrike">
                <a:solidFill>
                  <a:srgbClr val="94070a"/>
                </a:solidFill>
                <a:effectLst/>
                <a:uFillTx/>
                <a:latin typeface="Arial"/>
                <a:ea typeface="Arial"/>
              </a:rPr>
              <a:t>Hu SIGGRAPH.</a:t>
            </a:r>
            <a:endParaRPr lang="en-GB" sz="5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5" name=""/>
          <p:cNvSpPr txBox="1"/>
          <p:nvPr/>
        </p:nvSpPr>
        <p:spPr>
          <a:xfrm>
            <a:off x="462240" y="606600"/>
            <a:ext cx="3675960" cy="8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GB" sz="57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Hoigaze: Gaze estimation during hand-object interactions in extended reality exploiting eye-hand-head coordination.</a:t>
            </a:r>
            <a:endParaRPr lang="en-GB" sz="5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6" name=""/>
          <p:cNvSpPr/>
          <p:nvPr/>
        </p:nvSpPr>
        <p:spPr>
          <a:xfrm>
            <a:off x="353160" y="949320"/>
            <a:ext cx="2160" cy="2880"/>
          </a:xfrm>
          <a:custGeom>
            <a:avLst/>
            <a:gdLst/>
            <a:ahLst/>
            <a:rect l="0" t="0" r="r" b="b"/>
            <a:pathLst>
              <a:path w="6" h="8">
                <a:moveTo>
                  <a:pt x="6" y="8"/>
                </a:moveTo>
                <a:lnTo>
                  <a:pt x="0" y="8"/>
                </a:lnTo>
                <a:lnTo>
                  <a:pt x="6" y="0"/>
                </a:lnTo>
                <a:lnTo>
                  <a:pt x="6" y="8"/>
                </a:lnTo>
                <a:close/>
              </a:path>
            </a:pathLst>
          </a:custGeom>
          <a:solidFill>
            <a:srgbClr val="d1d18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7" name=""/>
          <p:cNvSpPr/>
          <p:nvPr/>
        </p:nvSpPr>
        <p:spPr>
          <a:xfrm>
            <a:off x="351360" y="947520"/>
            <a:ext cx="3960" cy="4320"/>
          </a:xfrm>
          <a:custGeom>
            <a:avLst/>
            <a:gdLst/>
            <a:ahLst/>
            <a:rect l="0" t="0" r="r" b="b"/>
            <a:pathLst>
              <a:path w="11" h="12">
                <a:moveTo>
                  <a:pt x="11" y="6"/>
                </a:moveTo>
                <a:lnTo>
                  <a:pt x="5" y="12"/>
                </a:lnTo>
                <a:lnTo>
                  <a:pt x="0" y="12"/>
                </a:lnTo>
                <a:lnTo>
                  <a:pt x="11" y="0"/>
                </a:lnTo>
                <a:lnTo>
                  <a:pt x="11" y="6"/>
                </a:lnTo>
                <a:close/>
              </a:path>
            </a:pathLst>
          </a:custGeom>
          <a:solidFill>
            <a:srgbClr val="d1d18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8" name=""/>
          <p:cNvSpPr/>
          <p:nvPr/>
        </p:nvSpPr>
        <p:spPr>
          <a:xfrm>
            <a:off x="349200" y="945720"/>
            <a:ext cx="6120" cy="6120"/>
          </a:xfrm>
          <a:custGeom>
            <a:avLst/>
            <a:gdLst/>
            <a:ahLst/>
            <a:rect l="0" t="0" r="r" b="b"/>
            <a:pathLst>
              <a:path w="17" h="17">
                <a:moveTo>
                  <a:pt x="17" y="5"/>
                </a:moveTo>
                <a:lnTo>
                  <a:pt x="6" y="17"/>
                </a:lnTo>
                <a:lnTo>
                  <a:pt x="0" y="17"/>
                </a:lnTo>
                <a:lnTo>
                  <a:pt x="17" y="0"/>
                </a:lnTo>
                <a:lnTo>
                  <a:pt x="17" y="5"/>
                </a:lnTo>
                <a:close/>
              </a:path>
            </a:pathLst>
          </a:custGeom>
          <a:solidFill>
            <a:srgbClr val="d2d28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9" name=""/>
          <p:cNvSpPr/>
          <p:nvPr/>
        </p:nvSpPr>
        <p:spPr>
          <a:xfrm>
            <a:off x="347400" y="943920"/>
            <a:ext cx="7920" cy="7920"/>
          </a:xfrm>
          <a:custGeom>
            <a:avLst/>
            <a:gdLst/>
            <a:ahLst/>
            <a:rect l="0" t="0" r="r" b="b"/>
            <a:pathLst>
              <a:path w="22" h="22">
                <a:moveTo>
                  <a:pt x="22" y="5"/>
                </a:moveTo>
                <a:lnTo>
                  <a:pt x="6" y="22"/>
                </a:lnTo>
                <a:lnTo>
                  <a:pt x="0" y="22"/>
                </a:lnTo>
                <a:lnTo>
                  <a:pt x="22" y="0"/>
                </a:lnTo>
                <a:lnTo>
                  <a:pt x="22" y="5"/>
                </a:lnTo>
                <a:close/>
              </a:path>
            </a:pathLst>
          </a:custGeom>
          <a:solidFill>
            <a:srgbClr val="d2d28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0" name=""/>
          <p:cNvSpPr/>
          <p:nvPr/>
        </p:nvSpPr>
        <p:spPr>
          <a:xfrm>
            <a:off x="345600" y="942120"/>
            <a:ext cx="9720" cy="9720"/>
          </a:xfrm>
          <a:custGeom>
            <a:avLst/>
            <a:gdLst/>
            <a:ahLst/>
            <a:rect l="0" t="0" r="r" b="b"/>
            <a:pathLst>
              <a:path w="27" h="27">
                <a:moveTo>
                  <a:pt x="27" y="5"/>
                </a:moveTo>
                <a:lnTo>
                  <a:pt x="5" y="27"/>
                </a:lnTo>
                <a:lnTo>
                  <a:pt x="0" y="27"/>
                </a:lnTo>
                <a:lnTo>
                  <a:pt x="27" y="0"/>
                </a:lnTo>
                <a:lnTo>
                  <a:pt x="27" y="5"/>
                </a:lnTo>
                <a:close/>
              </a:path>
            </a:pathLst>
          </a:custGeom>
          <a:solidFill>
            <a:srgbClr val="d2d29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1" name=""/>
          <p:cNvSpPr/>
          <p:nvPr/>
        </p:nvSpPr>
        <p:spPr>
          <a:xfrm>
            <a:off x="343800" y="939960"/>
            <a:ext cx="11520" cy="11880"/>
          </a:xfrm>
          <a:custGeom>
            <a:avLst/>
            <a:gdLst/>
            <a:ahLst/>
            <a:rect l="0" t="0" r="r" b="b"/>
            <a:pathLst>
              <a:path w="32" h="33">
                <a:moveTo>
                  <a:pt x="32" y="6"/>
                </a:moveTo>
                <a:lnTo>
                  <a:pt x="5" y="33"/>
                </a:lnTo>
                <a:lnTo>
                  <a:pt x="0" y="33"/>
                </a:lnTo>
                <a:lnTo>
                  <a:pt x="32" y="0"/>
                </a:lnTo>
                <a:lnTo>
                  <a:pt x="32" y="6"/>
                </a:lnTo>
                <a:close/>
              </a:path>
            </a:pathLst>
          </a:custGeom>
          <a:solidFill>
            <a:srgbClr val="d3d39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2" name=""/>
          <p:cNvSpPr/>
          <p:nvPr/>
        </p:nvSpPr>
        <p:spPr>
          <a:xfrm>
            <a:off x="342000" y="938160"/>
            <a:ext cx="13320" cy="13680"/>
          </a:xfrm>
          <a:custGeom>
            <a:avLst/>
            <a:gdLst/>
            <a:ahLst/>
            <a:rect l="0" t="0" r="r" b="b"/>
            <a:pathLst>
              <a:path w="37" h="38">
                <a:moveTo>
                  <a:pt x="37" y="6"/>
                </a:moveTo>
                <a:lnTo>
                  <a:pt x="6" y="38"/>
                </a:lnTo>
                <a:lnTo>
                  <a:pt x="0" y="38"/>
                </a:lnTo>
                <a:lnTo>
                  <a:pt x="37" y="0"/>
                </a:lnTo>
                <a:lnTo>
                  <a:pt x="37" y="6"/>
                </a:lnTo>
                <a:close/>
              </a:path>
            </a:pathLst>
          </a:custGeom>
          <a:solidFill>
            <a:srgbClr val="d3d39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3" name=""/>
          <p:cNvSpPr/>
          <p:nvPr/>
        </p:nvSpPr>
        <p:spPr>
          <a:xfrm>
            <a:off x="339840" y="936360"/>
            <a:ext cx="15480" cy="15480"/>
          </a:xfrm>
          <a:custGeom>
            <a:avLst/>
            <a:gdLst/>
            <a:ahLst/>
            <a:rect l="0" t="0" r="r" b="b"/>
            <a:pathLst>
              <a:path w="43" h="43">
                <a:moveTo>
                  <a:pt x="43" y="6"/>
                </a:moveTo>
                <a:lnTo>
                  <a:pt x="6" y="43"/>
                </a:lnTo>
                <a:lnTo>
                  <a:pt x="0" y="43"/>
                </a:lnTo>
                <a:lnTo>
                  <a:pt x="43" y="0"/>
                </a:lnTo>
                <a:lnTo>
                  <a:pt x="43" y="6"/>
                </a:lnTo>
                <a:close/>
              </a:path>
            </a:pathLst>
          </a:custGeom>
          <a:solidFill>
            <a:srgbClr val="d3d39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4" name=""/>
          <p:cNvSpPr/>
          <p:nvPr/>
        </p:nvSpPr>
        <p:spPr>
          <a:xfrm>
            <a:off x="338040" y="934560"/>
            <a:ext cx="17280" cy="17280"/>
          </a:xfrm>
          <a:custGeom>
            <a:avLst/>
            <a:gdLst/>
            <a:ahLst/>
            <a:rect l="0" t="0" r="r" b="b"/>
            <a:pathLst>
              <a:path w="48" h="48">
                <a:moveTo>
                  <a:pt x="48" y="6"/>
                </a:moveTo>
                <a:lnTo>
                  <a:pt x="6" y="48"/>
                </a:lnTo>
                <a:lnTo>
                  <a:pt x="0" y="48"/>
                </a:lnTo>
                <a:lnTo>
                  <a:pt x="48" y="0"/>
                </a:lnTo>
                <a:lnTo>
                  <a:pt x="48" y="6"/>
                </a:lnTo>
                <a:close/>
              </a:path>
            </a:pathLst>
          </a:custGeom>
          <a:solidFill>
            <a:srgbClr val="d4d49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5" name=""/>
          <p:cNvSpPr/>
          <p:nvPr/>
        </p:nvSpPr>
        <p:spPr>
          <a:xfrm>
            <a:off x="336240" y="932400"/>
            <a:ext cx="19080" cy="19440"/>
          </a:xfrm>
          <a:custGeom>
            <a:avLst/>
            <a:gdLst/>
            <a:ahLst/>
            <a:rect l="0" t="0" r="r" b="b"/>
            <a:pathLst>
              <a:path w="53" h="54">
                <a:moveTo>
                  <a:pt x="53" y="6"/>
                </a:moveTo>
                <a:lnTo>
                  <a:pt x="5" y="54"/>
                </a:lnTo>
                <a:lnTo>
                  <a:pt x="0" y="54"/>
                </a:lnTo>
                <a:lnTo>
                  <a:pt x="53" y="0"/>
                </a:lnTo>
                <a:lnTo>
                  <a:pt x="53" y="6"/>
                </a:lnTo>
                <a:close/>
              </a:path>
            </a:pathLst>
          </a:custGeom>
          <a:solidFill>
            <a:srgbClr val="d4d49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6" name=""/>
          <p:cNvSpPr/>
          <p:nvPr/>
        </p:nvSpPr>
        <p:spPr>
          <a:xfrm>
            <a:off x="334440" y="930600"/>
            <a:ext cx="20880" cy="21240"/>
          </a:xfrm>
          <a:custGeom>
            <a:avLst/>
            <a:gdLst/>
            <a:ahLst/>
            <a:rect l="0" t="0" r="r" b="b"/>
            <a:pathLst>
              <a:path w="58" h="59">
                <a:moveTo>
                  <a:pt x="58" y="5"/>
                </a:moveTo>
                <a:lnTo>
                  <a:pt x="5" y="59"/>
                </a:lnTo>
                <a:lnTo>
                  <a:pt x="0" y="59"/>
                </a:lnTo>
                <a:lnTo>
                  <a:pt x="58" y="0"/>
                </a:lnTo>
                <a:lnTo>
                  <a:pt x="58" y="5"/>
                </a:lnTo>
                <a:close/>
              </a:path>
            </a:pathLst>
          </a:custGeom>
          <a:solidFill>
            <a:srgbClr val="d5d59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7" name=""/>
          <p:cNvSpPr/>
          <p:nvPr/>
        </p:nvSpPr>
        <p:spPr>
          <a:xfrm>
            <a:off x="332280" y="928800"/>
            <a:ext cx="23040" cy="23040"/>
          </a:xfrm>
          <a:custGeom>
            <a:avLst/>
            <a:gdLst/>
            <a:ahLst/>
            <a:rect l="0" t="0" r="r" b="b"/>
            <a:pathLst>
              <a:path w="64" h="64">
                <a:moveTo>
                  <a:pt x="64" y="5"/>
                </a:moveTo>
                <a:lnTo>
                  <a:pt x="6" y="64"/>
                </a:lnTo>
                <a:lnTo>
                  <a:pt x="0" y="64"/>
                </a:lnTo>
                <a:lnTo>
                  <a:pt x="64" y="0"/>
                </a:lnTo>
                <a:lnTo>
                  <a:pt x="64" y="5"/>
                </a:lnTo>
                <a:close/>
              </a:path>
            </a:pathLst>
          </a:custGeom>
          <a:solidFill>
            <a:srgbClr val="d5d59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8" name=""/>
          <p:cNvSpPr/>
          <p:nvPr/>
        </p:nvSpPr>
        <p:spPr>
          <a:xfrm>
            <a:off x="330480" y="927000"/>
            <a:ext cx="24840" cy="24840"/>
          </a:xfrm>
          <a:custGeom>
            <a:avLst/>
            <a:gdLst/>
            <a:ahLst/>
            <a:rect l="0" t="0" r="r" b="b"/>
            <a:pathLst>
              <a:path w="69" h="69">
                <a:moveTo>
                  <a:pt x="69" y="6"/>
                </a:moveTo>
                <a:lnTo>
                  <a:pt x="5" y="69"/>
                </a:lnTo>
                <a:lnTo>
                  <a:pt x="0" y="69"/>
                </a:lnTo>
                <a:lnTo>
                  <a:pt x="69" y="0"/>
                </a:lnTo>
                <a:lnTo>
                  <a:pt x="69" y="6"/>
                </a:lnTo>
                <a:close/>
              </a:path>
            </a:pathLst>
          </a:custGeom>
          <a:solidFill>
            <a:srgbClr val="d5d59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9" name=""/>
          <p:cNvSpPr/>
          <p:nvPr/>
        </p:nvSpPr>
        <p:spPr>
          <a:xfrm>
            <a:off x="328680" y="925200"/>
            <a:ext cx="26640" cy="26640"/>
          </a:xfrm>
          <a:custGeom>
            <a:avLst/>
            <a:gdLst/>
            <a:ahLst/>
            <a:rect l="0" t="0" r="r" b="b"/>
            <a:pathLst>
              <a:path w="74" h="74">
                <a:moveTo>
                  <a:pt x="74" y="5"/>
                </a:moveTo>
                <a:lnTo>
                  <a:pt x="5" y="74"/>
                </a:lnTo>
                <a:lnTo>
                  <a:pt x="0" y="74"/>
                </a:lnTo>
                <a:lnTo>
                  <a:pt x="74" y="0"/>
                </a:lnTo>
                <a:lnTo>
                  <a:pt x="74" y="5"/>
                </a:lnTo>
                <a:close/>
              </a:path>
            </a:pathLst>
          </a:custGeom>
          <a:solidFill>
            <a:srgbClr val="d6d69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0" name=""/>
          <p:cNvSpPr/>
          <p:nvPr/>
        </p:nvSpPr>
        <p:spPr>
          <a:xfrm>
            <a:off x="326880" y="923040"/>
            <a:ext cx="28440" cy="28800"/>
          </a:xfrm>
          <a:custGeom>
            <a:avLst/>
            <a:gdLst/>
            <a:ahLst/>
            <a:rect l="0" t="0" r="r" b="b"/>
            <a:pathLst>
              <a:path w="79" h="80">
                <a:moveTo>
                  <a:pt x="79" y="6"/>
                </a:moveTo>
                <a:lnTo>
                  <a:pt x="5" y="80"/>
                </a:lnTo>
                <a:lnTo>
                  <a:pt x="0" y="80"/>
                </a:lnTo>
                <a:lnTo>
                  <a:pt x="79" y="0"/>
                </a:lnTo>
                <a:lnTo>
                  <a:pt x="79" y="6"/>
                </a:lnTo>
                <a:close/>
              </a:path>
            </a:pathLst>
          </a:custGeom>
          <a:solidFill>
            <a:srgbClr val="d6d69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1" name=""/>
          <p:cNvSpPr/>
          <p:nvPr/>
        </p:nvSpPr>
        <p:spPr>
          <a:xfrm>
            <a:off x="325080" y="921240"/>
            <a:ext cx="30240" cy="30600"/>
          </a:xfrm>
          <a:custGeom>
            <a:avLst/>
            <a:gdLst/>
            <a:ahLst/>
            <a:rect l="0" t="0" r="r" b="b"/>
            <a:pathLst>
              <a:path w="84" h="85">
                <a:moveTo>
                  <a:pt x="84" y="5"/>
                </a:moveTo>
                <a:lnTo>
                  <a:pt x="5" y="85"/>
                </a:lnTo>
                <a:lnTo>
                  <a:pt x="0" y="85"/>
                </a:lnTo>
                <a:lnTo>
                  <a:pt x="84" y="0"/>
                </a:lnTo>
                <a:lnTo>
                  <a:pt x="84" y="5"/>
                </a:lnTo>
                <a:close/>
              </a:path>
            </a:pathLst>
          </a:custGeom>
          <a:solidFill>
            <a:srgbClr val="d6d69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2" name=""/>
          <p:cNvSpPr/>
          <p:nvPr/>
        </p:nvSpPr>
        <p:spPr>
          <a:xfrm>
            <a:off x="322920" y="919440"/>
            <a:ext cx="32400" cy="32400"/>
          </a:xfrm>
          <a:custGeom>
            <a:avLst/>
            <a:gdLst/>
            <a:ahLst/>
            <a:rect l="0" t="0" r="r" b="b"/>
            <a:pathLst>
              <a:path w="90" h="90">
                <a:moveTo>
                  <a:pt x="90" y="5"/>
                </a:moveTo>
                <a:lnTo>
                  <a:pt x="6" y="90"/>
                </a:lnTo>
                <a:lnTo>
                  <a:pt x="0" y="90"/>
                </a:lnTo>
                <a:lnTo>
                  <a:pt x="90" y="0"/>
                </a:lnTo>
                <a:lnTo>
                  <a:pt x="90" y="5"/>
                </a:lnTo>
                <a:close/>
              </a:path>
            </a:pathLst>
          </a:custGeom>
          <a:solidFill>
            <a:srgbClr val="d7d79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3" name=""/>
          <p:cNvSpPr/>
          <p:nvPr/>
        </p:nvSpPr>
        <p:spPr>
          <a:xfrm>
            <a:off x="321120" y="917640"/>
            <a:ext cx="34200" cy="34200"/>
          </a:xfrm>
          <a:custGeom>
            <a:avLst/>
            <a:gdLst/>
            <a:ahLst/>
            <a:rect l="0" t="0" r="r" b="b"/>
            <a:pathLst>
              <a:path w="95" h="95">
                <a:moveTo>
                  <a:pt x="95" y="5"/>
                </a:moveTo>
                <a:lnTo>
                  <a:pt x="5" y="95"/>
                </a:lnTo>
                <a:lnTo>
                  <a:pt x="0" y="95"/>
                </a:lnTo>
                <a:lnTo>
                  <a:pt x="95" y="0"/>
                </a:lnTo>
                <a:lnTo>
                  <a:pt x="95" y="5"/>
                </a:lnTo>
                <a:close/>
              </a:path>
            </a:pathLst>
          </a:custGeom>
          <a:solidFill>
            <a:srgbClr val="d7d79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4" name=""/>
          <p:cNvSpPr/>
          <p:nvPr/>
        </p:nvSpPr>
        <p:spPr>
          <a:xfrm>
            <a:off x="319320" y="915480"/>
            <a:ext cx="36000" cy="36360"/>
          </a:xfrm>
          <a:custGeom>
            <a:avLst/>
            <a:gdLst/>
            <a:ahLst/>
            <a:rect l="0" t="0" r="r" b="b"/>
            <a:pathLst>
              <a:path w="100" h="101">
                <a:moveTo>
                  <a:pt x="100" y="6"/>
                </a:moveTo>
                <a:lnTo>
                  <a:pt x="5" y="101"/>
                </a:lnTo>
                <a:lnTo>
                  <a:pt x="0" y="101"/>
                </a:lnTo>
                <a:lnTo>
                  <a:pt x="100" y="0"/>
                </a:lnTo>
                <a:lnTo>
                  <a:pt x="100" y="6"/>
                </a:lnTo>
                <a:close/>
              </a:path>
            </a:pathLst>
          </a:custGeom>
          <a:solidFill>
            <a:srgbClr val="d7d79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5" name=""/>
          <p:cNvSpPr/>
          <p:nvPr/>
        </p:nvSpPr>
        <p:spPr>
          <a:xfrm>
            <a:off x="317520" y="913680"/>
            <a:ext cx="37800" cy="38160"/>
          </a:xfrm>
          <a:custGeom>
            <a:avLst/>
            <a:gdLst/>
            <a:ahLst/>
            <a:rect l="0" t="0" r="r" b="b"/>
            <a:pathLst>
              <a:path w="105" h="106">
                <a:moveTo>
                  <a:pt x="105" y="5"/>
                </a:moveTo>
                <a:lnTo>
                  <a:pt x="6" y="106"/>
                </a:lnTo>
                <a:lnTo>
                  <a:pt x="0" y="106"/>
                </a:lnTo>
                <a:lnTo>
                  <a:pt x="105" y="0"/>
                </a:lnTo>
                <a:lnTo>
                  <a:pt x="105" y="5"/>
                </a:lnTo>
                <a:close/>
              </a:path>
            </a:pathLst>
          </a:custGeom>
          <a:solidFill>
            <a:srgbClr val="d8d89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6" name=""/>
          <p:cNvSpPr/>
          <p:nvPr/>
        </p:nvSpPr>
        <p:spPr>
          <a:xfrm>
            <a:off x="315720" y="911880"/>
            <a:ext cx="39600" cy="39960"/>
          </a:xfrm>
          <a:custGeom>
            <a:avLst/>
            <a:gdLst/>
            <a:ahLst/>
            <a:rect l="0" t="0" r="r" b="b"/>
            <a:pathLst>
              <a:path w="110" h="111">
                <a:moveTo>
                  <a:pt x="110" y="5"/>
                </a:moveTo>
                <a:lnTo>
                  <a:pt x="5" y="111"/>
                </a:lnTo>
                <a:lnTo>
                  <a:pt x="0" y="111"/>
                </a:lnTo>
                <a:lnTo>
                  <a:pt x="110" y="0"/>
                </a:lnTo>
                <a:lnTo>
                  <a:pt x="110" y="5"/>
                </a:lnTo>
                <a:close/>
              </a:path>
            </a:pathLst>
          </a:custGeom>
          <a:solidFill>
            <a:srgbClr val="d8d89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7" name=""/>
          <p:cNvSpPr/>
          <p:nvPr/>
        </p:nvSpPr>
        <p:spPr>
          <a:xfrm>
            <a:off x="313560" y="910080"/>
            <a:ext cx="41760" cy="41760"/>
          </a:xfrm>
          <a:custGeom>
            <a:avLst/>
            <a:gdLst/>
            <a:ahLst/>
            <a:rect l="0" t="0" r="r" b="b"/>
            <a:pathLst>
              <a:path w="116" h="116">
                <a:moveTo>
                  <a:pt x="116" y="5"/>
                </a:moveTo>
                <a:lnTo>
                  <a:pt x="6" y="116"/>
                </a:lnTo>
                <a:lnTo>
                  <a:pt x="0" y="116"/>
                </a:lnTo>
                <a:lnTo>
                  <a:pt x="116" y="0"/>
                </a:lnTo>
                <a:lnTo>
                  <a:pt x="116" y="5"/>
                </a:lnTo>
                <a:close/>
              </a:path>
            </a:pathLst>
          </a:custGeom>
          <a:solidFill>
            <a:srgbClr val="d8d89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8" name=""/>
          <p:cNvSpPr/>
          <p:nvPr/>
        </p:nvSpPr>
        <p:spPr>
          <a:xfrm>
            <a:off x="311760" y="908280"/>
            <a:ext cx="43560" cy="43560"/>
          </a:xfrm>
          <a:custGeom>
            <a:avLst/>
            <a:gdLst/>
            <a:ahLst/>
            <a:rect l="0" t="0" r="r" b="b"/>
            <a:pathLst>
              <a:path w="121" h="121">
                <a:moveTo>
                  <a:pt x="121" y="5"/>
                </a:moveTo>
                <a:lnTo>
                  <a:pt x="5" y="121"/>
                </a:lnTo>
                <a:lnTo>
                  <a:pt x="0" y="121"/>
                </a:lnTo>
                <a:lnTo>
                  <a:pt x="121" y="0"/>
                </a:lnTo>
                <a:lnTo>
                  <a:pt x="121" y="5"/>
                </a:lnTo>
                <a:close/>
              </a:path>
            </a:pathLst>
          </a:custGeom>
          <a:solidFill>
            <a:srgbClr val="d9d9a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9" name=""/>
          <p:cNvSpPr/>
          <p:nvPr/>
        </p:nvSpPr>
        <p:spPr>
          <a:xfrm>
            <a:off x="309960" y="906120"/>
            <a:ext cx="45360" cy="45720"/>
          </a:xfrm>
          <a:custGeom>
            <a:avLst/>
            <a:gdLst/>
            <a:ahLst/>
            <a:rect l="0" t="0" r="r" b="b"/>
            <a:pathLst>
              <a:path w="126" h="127">
                <a:moveTo>
                  <a:pt x="126" y="6"/>
                </a:moveTo>
                <a:lnTo>
                  <a:pt x="5" y="127"/>
                </a:lnTo>
                <a:lnTo>
                  <a:pt x="0" y="127"/>
                </a:lnTo>
                <a:lnTo>
                  <a:pt x="126" y="0"/>
                </a:lnTo>
                <a:lnTo>
                  <a:pt x="126" y="6"/>
                </a:lnTo>
                <a:close/>
              </a:path>
            </a:pathLst>
          </a:custGeom>
          <a:solidFill>
            <a:srgbClr val="d9d9a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0" name=""/>
          <p:cNvSpPr/>
          <p:nvPr/>
        </p:nvSpPr>
        <p:spPr>
          <a:xfrm>
            <a:off x="308160" y="904320"/>
            <a:ext cx="47160" cy="47520"/>
          </a:xfrm>
          <a:custGeom>
            <a:avLst/>
            <a:gdLst/>
            <a:ahLst/>
            <a:rect l="0" t="0" r="r" b="b"/>
            <a:pathLst>
              <a:path w="131" h="132">
                <a:moveTo>
                  <a:pt x="131" y="5"/>
                </a:moveTo>
                <a:lnTo>
                  <a:pt x="5" y="132"/>
                </a:lnTo>
                <a:lnTo>
                  <a:pt x="0" y="132"/>
                </a:lnTo>
                <a:lnTo>
                  <a:pt x="131" y="0"/>
                </a:lnTo>
                <a:lnTo>
                  <a:pt x="131" y="5"/>
                </a:lnTo>
                <a:close/>
              </a:path>
            </a:pathLst>
          </a:custGeom>
          <a:solidFill>
            <a:srgbClr val="dadaa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1" name=""/>
          <p:cNvSpPr/>
          <p:nvPr/>
        </p:nvSpPr>
        <p:spPr>
          <a:xfrm>
            <a:off x="306000" y="902520"/>
            <a:ext cx="49320" cy="49320"/>
          </a:xfrm>
          <a:custGeom>
            <a:avLst/>
            <a:gdLst/>
            <a:ahLst/>
            <a:rect l="0" t="0" r="r" b="b"/>
            <a:pathLst>
              <a:path w="137" h="137">
                <a:moveTo>
                  <a:pt x="137" y="5"/>
                </a:moveTo>
                <a:lnTo>
                  <a:pt x="6" y="137"/>
                </a:lnTo>
                <a:lnTo>
                  <a:pt x="0" y="137"/>
                </a:lnTo>
                <a:lnTo>
                  <a:pt x="137" y="0"/>
                </a:lnTo>
                <a:lnTo>
                  <a:pt x="137" y="5"/>
                </a:lnTo>
                <a:close/>
              </a:path>
            </a:pathLst>
          </a:custGeom>
          <a:solidFill>
            <a:srgbClr val="dadaa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2" name=""/>
          <p:cNvSpPr/>
          <p:nvPr/>
        </p:nvSpPr>
        <p:spPr>
          <a:xfrm>
            <a:off x="304200" y="900720"/>
            <a:ext cx="51120" cy="51120"/>
          </a:xfrm>
          <a:custGeom>
            <a:avLst/>
            <a:gdLst/>
            <a:ahLst/>
            <a:rect l="0" t="0" r="r" b="b"/>
            <a:pathLst>
              <a:path w="142" h="142">
                <a:moveTo>
                  <a:pt x="142" y="5"/>
                </a:moveTo>
                <a:lnTo>
                  <a:pt x="5" y="142"/>
                </a:lnTo>
                <a:lnTo>
                  <a:pt x="0" y="142"/>
                </a:lnTo>
                <a:lnTo>
                  <a:pt x="142" y="0"/>
                </a:lnTo>
                <a:lnTo>
                  <a:pt x="142" y="5"/>
                </a:lnTo>
                <a:close/>
              </a:path>
            </a:pathLst>
          </a:custGeom>
          <a:solidFill>
            <a:srgbClr val="dadaa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3" name=""/>
          <p:cNvSpPr/>
          <p:nvPr/>
        </p:nvSpPr>
        <p:spPr>
          <a:xfrm>
            <a:off x="302400" y="898920"/>
            <a:ext cx="52920" cy="52920"/>
          </a:xfrm>
          <a:custGeom>
            <a:avLst/>
            <a:gdLst/>
            <a:ahLst/>
            <a:rect l="0" t="0" r="r" b="b"/>
            <a:pathLst>
              <a:path w="147" h="147">
                <a:moveTo>
                  <a:pt x="147" y="5"/>
                </a:moveTo>
                <a:lnTo>
                  <a:pt x="5" y="147"/>
                </a:lnTo>
                <a:lnTo>
                  <a:pt x="0" y="147"/>
                </a:lnTo>
                <a:lnTo>
                  <a:pt x="147" y="0"/>
                </a:lnTo>
                <a:lnTo>
                  <a:pt x="147" y="5"/>
                </a:lnTo>
                <a:close/>
              </a:path>
            </a:pathLst>
          </a:custGeom>
          <a:solidFill>
            <a:srgbClr val="dbdba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4" name=""/>
          <p:cNvSpPr/>
          <p:nvPr/>
        </p:nvSpPr>
        <p:spPr>
          <a:xfrm>
            <a:off x="300600" y="896760"/>
            <a:ext cx="54720" cy="55440"/>
          </a:xfrm>
          <a:custGeom>
            <a:avLst/>
            <a:gdLst/>
            <a:ahLst/>
            <a:rect l="0" t="0" r="r" b="b"/>
            <a:pathLst>
              <a:path w="152" h="154">
                <a:moveTo>
                  <a:pt x="152" y="7"/>
                </a:moveTo>
                <a:lnTo>
                  <a:pt x="5" y="154"/>
                </a:lnTo>
                <a:lnTo>
                  <a:pt x="0" y="154"/>
                </a:lnTo>
                <a:lnTo>
                  <a:pt x="152" y="0"/>
                </a:lnTo>
                <a:lnTo>
                  <a:pt x="152" y="7"/>
                </a:lnTo>
                <a:close/>
              </a:path>
            </a:pathLst>
          </a:custGeom>
          <a:solidFill>
            <a:srgbClr val="dbdba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5" name=""/>
          <p:cNvSpPr/>
          <p:nvPr/>
        </p:nvSpPr>
        <p:spPr>
          <a:xfrm>
            <a:off x="298800" y="894960"/>
            <a:ext cx="56520" cy="56880"/>
          </a:xfrm>
          <a:custGeom>
            <a:avLst/>
            <a:gdLst/>
            <a:ahLst/>
            <a:rect l="0" t="0" r="r" b="b"/>
            <a:pathLst>
              <a:path w="157" h="158">
                <a:moveTo>
                  <a:pt x="157" y="5"/>
                </a:moveTo>
                <a:lnTo>
                  <a:pt x="5" y="158"/>
                </a:lnTo>
                <a:lnTo>
                  <a:pt x="0" y="158"/>
                </a:lnTo>
                <a:lnTo>
                  <a:pt x="157" y="0"/>
                </a:lnTo>
                <a:lnTo>
                  <a:pt x="157" y="5"/>
                </a:lnTo>
                <a:close/>
              </a:path>
            </a:pathLst>
          </a:custGeom>
          <a:solidFill>
            <a:srgbClr val="dbdba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6" name=""/>
          <p:cNvSpPr/>
          <p:nvPr/>
        </p:nvSpPr>
        <p:spPr>
          <a:xfrm>
            <a:off x="296640" y="893160"/>
            <a:ext cx="58680" cy="58680"/>
          </a:xfrm>
          <a:custGeom>
            <a:avLst/>
            <a:gdLst/>
            <a:ahLst/>
            <a:rect l="0" t="0" r="r" b="b"/>
            <a:pathLst>
              <a:path w="163" h="163">
                <a:moveTo>
                  <a:pt x="163" y="5"/>
                </a:moveTo>
                <a:lnTo>
                  <a:pt x="6" y="163"/>
                </a:lnTo>
                <a:lnTo>
                  <a:pt x="0" y="163"/>
                </a:lnTo>
                <a:lnTo>
                  <a:pt x="163" y="0"/>
                </a:lnTo>
                <a:lnTo>
                  <a:pt x="163" y="5"/>
                </a:lnTo>
                <a:close/>
              </a:path>
            </a:pathLst>
          </a:custGeom>
          <a:solidFill>
            <a:srgbClr val="dcdca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7" name=""/>
          <p:cNvSpPr/>
          <p:nvPr/>
        </p:nvSpPr>
        <p:spPr>
          <a:xfrm>
            <a:off x="294840" y="891360"/>
            <a:ext cx="60480" cy="60480"/>
          </a:xfrm>
          <a:custGeom>
            <a:avLst/>
            <a:gdLst/>
            <a:ahLst/>
            <a:rect l="0" t="0" r="r" b="b"/>
            <a:pathLst>
              <a:path w="168" h="168">
                <a:moveTo>
                  <a:pt x="168" y="5"/>
                </a:moveTo>
                <a:lnTo>
                  <a:pt x="5" y="168"/>
                </a:lnTo>
                <a:lnTo>
                  <a:pt x="0" y="168"/>
                </a:lnTo>
                <a:lnTo>
                  <a:pt x="168" y="0"/>
                </a:lnTo>
                <a:lnTo>
                  <a:pt x="168" y="5"/>
                </a:lnTo>
                <a:close/>
              </a:path>
            </a:pathLst>
          </a:custGeom>
          <a:solidFill>
            <a:srgbClr val="dcdca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8" name=""/>
          <p:cNvSpPr/>
          <p:nvPr/>
        </p:nvSpPr>
        <p:spPr>
          <a:xfrm>
            <a:off x="293040" y="889200"/>
            <a:ext cx="62280" cy="62640"/>
          </a:xfrm>
          <a:custGeom>
            <a:avLst/>
            <a:gdLst/>
            <a:ahLst/>
            <a:rect l="0" t="0" r="r" b="b"/>
            <a:pathLst>
              <a:path w="173" h="174">
                <a:moveTo>
                  <a:pt x="173" y="6"/>
                </a:moveTo>
                <a:lnTo>
                  <a:pt x="5" y="174"/>
                </a:lnTo>
                <a:lnTo>
                  <a:pt x="0" y="174"/>
                </a:lnTo>
                <a:lnTo>
                  <a:pt x="173" y="0"/>
                </a:lnTo>
                <a:lnTo>
                  <a:pt x="173" y="6"/>
                </a:lnTo>
                <a:close/>
              </a:path>
            </a:pathLst>
          </a:custGeom>
          <a:solidFill>
            <a:srgbClr val="dcdca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9" name=""/>
          <p:cNvSpPr/>
          <p:nvPr/>
        </p:nvSpPr>
        <p:spPr>
          <a:xfrm>
            <a:off x="291240" y="887400"/>
            <a:ext cx="64080" cy="64440"/>
          </a:xfrm>
          <a:custGeom>
            <a:avLst/>
            <a:gdLst/>
            <a:ahLst/>
            <a:rect l="0" t="0" r="r" b="b"/>
            <a:pathLst>
              <a:path w="178" h="179">
                <a:moveTo>
                  <a:pt x="178" y="5"/>
                </a:moveTo>
                <a:lnTo>
                  <a:pt x="5" y="179"/>
                </a:lnTo>
                <a:lnTo>
                  <a:pt x="0" y="179"/>
                </a:lnTo>
                <a:lnTo>
                  <a:pt x="178" y="0"/>
                </a:lnTo>
                <a:lnTo>
                  <a:pt x="178" y="5"/>
                </a:lnTo>
                <a:close/>
              </a:path>
            </a:pathLst>
          </a:custGeom>
          <a:solidFill>
            <a:srgbClr val="dddda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0" name=""/>
          <p:cNvSpPr/>
          <p:nvPr/>
        </p:nvSpPr>
        <p:spPr>
          <a:xfrm>
            <a:off x="289080" y="885600"/>
            <a:ext cx="66240" cy="66240"/>
          </a:xfrm>
          <a:custGeom>
            <a:avLst/>
            <a:gdLst/>
            <a:ahLst/>
            <a:rect l="0" t="0" r="r" b="b"/>
            <a:pathLst>
              <a:path w="184" h="184">
                <a:moveTo>
                  <a:pt x="184" y="5"/>
                </a:moveTo>
                <a:lnTo>
                  <a:pt x="6" y="184"/>
                </a:lnTo>
                <a:lnTo>
                  <a:pt x="0" y="184"/>
                </a:lnTo>
                <a:lnTo>
                  <a:pt x="184" y="0"/>
                </a:lnTo>
                <a:lnTo>
                  <a:pt x="184" y="5"/>
                </a:lnTo>
                <a:close/>
              </a:path>
            </a:pathLst>
          </a:custGeom>
          <a:solidFill>
            <a:srgbClr val="dddda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1" name=""/>
          <p:cNvSpPr/>
          <p:nvPr/>
        </p:nvSpPr>
        <p:spPr>
          <a:xfrm>
            <a:off x="287280" y="883800"/>
            <a:ext cx="68040" cy="68040"/>
          </a:xfrm>
          <a:custGeom>
            <a:avLst/>
            <a:gdLst/>
            <a:ahLst/>
            <a:rect l="0" t="0" r="r" b="b"/>
            <a:pathLst>
              <a:path w="189" h="189">
                <a:moveTo>
                  <a:pt x="189" y="5"/>
                </a:moveTo>
                <a:lnTo>
                  <a:pt x="5" y="189"/>
                </a:lnTo>
                <a:lnTo>
                  <a:pt x="0" y="189"/>
                </a:lnTo>
                <a:lnTo>
                  <a:pt x="189" y="0"/>
                </a:lnTo>
                <a:lnTo>
                  <a:pt x="189" y="5"/>
                </a:lnTo>
                <a:close/>
              </a:path>
            </a:pathLst>
          </a:custGeom>
          <a:solidFill>
            <a:srgbClr val="dddda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2" name=""/>
          <p:cNvSpPr/>
          <p:nvPr/>
        </p:nvSpPr>
        <p:spPr>
          <a:xfrm>
            <a:off x="285480" y="882000"/>
            <a:ext cx="69840" cy="69840"/>
          </a:xfrm>
          <a:custGeom>
            <a:avLst/>
            <a:gdLst/>
            <a:ahLst/>
            <a:rect l="0" t="0" r="r" b="b"/>
            <a:pathLst>
              <a:path w="194" h="194">
                <a:moveTo>
                  <a:pt x="194" y="5"/>
                </a:moveTo>
                <a:lnTo>
                  <a:pt x="5" y="194"/>
                </a:lnTo>
                <a:lnTo>
                  <a:pt x="0" y="194"/>
                </a:lnTo>
                <a:lnTo>
                  <a:pt x="194" y="0"/>
                </a:lnTo>
                <a:lnTo>
                  <a:pt x="194" y="5"/>
                </a:lnTo>
                <a:close/>
              </a:path>
            </a:pathLst>
          </a:custGeom>
          <a:solidFill>
            <a:srgbClr val="dedea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3" name=""/>
          <p:cNvSpPr/>
          <p:nvPr/>
        </p:nvSpPr>
        <p:spPr>
          <a:xfrm>
            <a:off x="283680" y="879840"/>
            <a:ext cx="71640" cy="72000"/>
          </a:xfrm>
          <a:custGeom>
            <a:avLst/>
            <a:gdLst/>
            <a:ahLst/>
            <a:rect l="0" t="0" r="r" b="b"/>
            <a:pathLst>
              <a:path w="199" h="200">
                <a:moveTo>
                  <a:pt x="199" y="6"/>
                </a:moveTo>
                <a:lnTo>
                  <a:pt x="5" y="200"/>
                </a:lnTo>
                <a:lnTo>
                  <a:pt x="0" y="200"/>
                </a:lnTo>
                <a:lnTo>
                  <a:pt x="199" y="0"/>
                </a:lnTo>
                <a:lnTo>
                  <a:pt x="199" y="6"/>
                </a:lnTo>
                <a:close/>
              </a:path>
            </a:pathLst>
          </a:custGeom>
          <a:solidFill>
            <a:srgbClr val="dedea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4" name=""/>
          <p:cNvSpPr/>
          <p:nvPr/>
        </p:nvSpPr>
        <p:spPr>
          <a:xfrm>
            <a:off x="281880" y="878040"/>
            <a:ext cx="73440" cy="73800"/>
          </a:xfrm>
          <a:custGeom>
            <a:avLst/>
            <a:gdLst/>
            <a:ahLst/>
            <a:rect l="0" t="0" r="r" b="b"/>
            <a:pathLst>
              <a:path w="204" h="205">
                <a:moveTo>
                  <a:pt x="204" y="5"/>
                </a:moveTo>
                <a:lnTo>
                  <a:pt x="5" y="205"/>
                </a:lnTo>
                <a:lnTo>
                  <a:pt x="0" y="205"/>
                </a:lnTo>
                <a:lnTo>
                  <a:pt x="204" y="0"/>
                </a:lnTo>
                <a:lnTo>
                  <a:pt x="204" y="5"/>
                </a:lnTo>
                <a:close/>
              </a:path>
            </a:pathLst>
          </a:custGeom>
          <a:solidFill>
            <a:srgbClr val="dfdfa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5" name=""/>
          <p:cNvSpPr/>
          <p:nvPr/>
        </p:nvSpPr>
        <p:spPr>
          <a:xfrm>
            <a:off x="279720" y="876240"/>
            <a:ext cx="75600" cy="75600"/>
          </a:xfrm>
          <a:custGeom>
            <a:avLst/>
            <a:gdLst/>
            <a:ahLst/>
            <a:rect l="0" t="0" r="r" b="b"/>
            <a:pathLst>
              <a:path w="210" h="210">
                <a:moveTo>
                  <a:pt x="210" y="5"/>
                </a:moveTo>
                <a:lnTo>
                  <a:pt x="6" y="210"/>
                </a:lnTo>
                <a:lnTo>
                  <a:pt x="0" y="210"/>
                </a:lnTo>
                <a:lnTo>
                  <a:pt x="210" y="0"/>
                </a:lnTo>
                <a:lnTo>
                  <a:pt x="210" y="5"/>
                </a:lnTo>
                <a:close/>
              </a:path>
            </a:pathLst>
          </a:custGeom>
          <a:solidFill>
            <a:srgbClr val="dfdfa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6" name=""/>
          <p:cNvSpPr/>
          <p:nvPr/>
        </p:nvSpPr>
        <p:spPr>
          <a:xfrm>
            <a:off x="277920" y="874440"/>
            <a:ext cx="77400" cy="77400"/>
          </a:xfrm>
          <a:custGeom>
            <a:avLst/>
            <a:gdLst/>
            <a:ahLst/>
            <a:rect l="0" t="0" r="r" b="b"/>
            <a:pathLst>
              <a:path w="215" h="215">
                <a:moveTo>
                  <a:pt x="215" y="5"/>
                </a:moveTo>
                <a:lnTo>
                  <a:pt x="5" y="215"/>
                </a:lnTo>
                <a:lnTo>
                  <a:pt x="0" y="215"/>
                </a:lnTo>
                <a:lnTo>
                  <a:pt x="215" y="0"/>
                </a:lnTo>
                <a:lnTo>
                  <a:pt x="215" y="5"/>
                </a:lnTo>
                <a:close/>
              </a:path>
            </a:pathLst>
          </a:custGeom>
          <a:solidFill>
            <a:srgbClr val="dfdfb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7" name=""/>
          <p:cNvSpPr/>
          <p:nvPr/>
        </p:nvSpPr>
        <p:spPr>
          <a:xfrm>
            <a:off x="276120" y="872640"/>
            <a:ext cx="79200" cy="79200"/>
          </a:xfrm>
          <a:custGeom>
            <a:avLst/>
            <a:gdLst/>
            <a:ahLst/>
            <a:rect l="0" t="0" r="r" b="b"/>
            <a:pathLst>
              <a:path w="220" h="220">
                <a:moveTo>
                  <a:pt x="220" y="5"/>
                </a:moveTo>
                <a:lnTo>
                  <a:pt x="5" y="220"/>
                </a:lnTo>
                <a:lnTo>
                  <a:pt x="0" y="220"/>
                </a:lnTo>
                <a:lnTo>
                  <a:pt x="220" y="0"/>
                </a:lnTo>
                <a:lnTo>
                  <a:pt x="220" y="5"/>
                </a:lnTo>
                <a:close/>
              </a:path>
            </a:pathLst>
          </a:custGeom>
          <a:solidFill>
            <a:srgbClr val="e0e0b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8" name=""/>
          <p:cNvSpPr/>
          <p:nvPr/>
        </p:nvSpPr>
        <p:spPr>
          <a:xfrm>
            <a:off x="274320" y="870480"/>
            <a:ext cx="81000" cy="81360"/>
          </a:xfrm>
          <a:custGeom>
            <a:avLst/>
            <a:gdLst/>
            <a:ahLst/>
            <a:rect l="0" t="0" r="r" b="b"/>
            <a:pathLst>
              <a:path w="225" h="226">
                <a:moveTo>
                  <a:pt x="225" y="6"/>
                </a:moveTo>
                <a:lnTo>
                  <a:pt x="5" y="226"/>
                </a:lnTo>
                <a:lnTo>
                  <a:pt x="0" y="226"/>
                </a:lnTo>
                <a:lnTo>
                  <a:pt x="225" y="0"/>
                </a:lnTo>
                <a:lnTo>
                  <a:pt x="225" y="6"/>
                </a:lnTo>
                <a:close/>
              </a:path>
            </a:pathLst>
          </a:custGeom>
          <a:solidFill>
            <a:srgbClr val="e0e0b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9" name=""/>
          <p:cNvSpPr/>
          <p:nvPr/>
        </p:nvSpPr>
        <p:spPr>
          <a:xfrm>
            <a:off x="272520" y="868680"/>
            <a:ext cx="82800" cy="83160"/>
          </a:xfrm>
          <a:custGeom>
            <a:avLst/>
            <a:gdLst/>
            <a:ahLst/>
            <a:rect l="0" t="0" r="r" b="b"/>
            <a:pathLst>
              <a:path w="230" h="231">
                <a:moveTo>
                  <a:pt x="230" y="5"/>
                </a:moveTo>
                <a:lnTo>
                  <a:pt x="5" y="231"/>
                </a:lnTo>
                <a:lnTo>
                  <a:pt x="0" y="231"/>
                </a:lnTo>
                <a:lnTo>
                  <a:pt x="230" y="0"/>
                </a:lnTo>
                <a:lnTo>
                  <a:pt x="230" y="5"/>
                </a:lnTo>
                <a:close/>
              </a:path>
            </a:pathLst>
          </a:custGeom>
          <a:solidFill>
            <a:srgbClr val="e0e0b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0" name=""/>
          <p:cNvSpPr/>
          <p:nvPr/>
        </p:nvSpPr>
        <p:spPr>
          <a:xfrm>
            <a:off x="270360" y="866880"/>
            <a:ext cx="84960" cy="84960"/>
          </a:xfrm>
          <a:custGeom>
            <a:avLst/>
            <a:gdLst/>
            <a:ahLst/>
            <a:rect l="0" t="0" r="r" b="b"/>
            <a:pathLst>
              <a:path w="236" h="236">
                <a:moveTo>
                  <a:pt x="236" y="5"/>
                </a:moveTo>
                <a:lnTo>
                  <a:pt x="6" y="236"/>
                </a:lnTo>
                <a:lnTo>
                  <a:pt x="0" y="236"/>
                </a:lnTo>
                <a:lnTo>
                  <a:pt x="236" y="0"/>
                </a:lnTo>
                <a:lnTo>
                  <a:pt x="236" y="5"/>
                </a:lnTo>
                <a:close/>
              </a:path>
            </a:pathLst>
          </a:custGeom>
          <a:solidFill>
            <a:srgbClr val="e1e1b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1" name=""/>
          <p:cNvSpPr/>
          <p:nvPr/>
        </p:nvSpPr>
        <p:spPr>
          <a:xfrm>
            <a:off x="268560" y="865080"/>
            <a:ext cx="86760" cy="86760"/>
          </a:xfrm>
          <a:custGeom>
            <a:avLst/>
            <a:gdLst/>
            <a:ahLst/>
            <a:rect l="0" t="0" r="r" b="b"/>
            <a:pathLst>
              <a:path w="241" h="241">
                <a:moveTo>
                  <a:pt x="241" y="5"/>
                </a:moveTo>
                <a:lnTo>
                  <a:pt x="5" y="241"/>
                </a:lnTo>
                <a:lnTo>
                  <a:pt x="0" y="241"/>
                </a:lnTo>
                <a:lnTo>
                  <a:pt x="241" y="0"/>
                </a:lnTo>
                <a:lnTo>
                  <a:pt x="241" y="5"/>
                </a:lnTo>
                <a:close/>
              </a:path>
            </a:pathLst>
          </a:custGeom>
          <a:solidFill>
            <a:srgbClr val="e1e1b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2" name=""/>
          <p:cNvSpPr/>
          <p:nvPr/>
        </p:nvSpPr>
        <p:spPr>
          <a:xfrm>
            <a:off x="266760" y="862920"/>
            <a:ext cx="88560" cy="88920"/>
          </a:xfrm>
          <a:custGeom>
            <a:avLst/>
            <a:gdLst/>
            <a:ahLst/>
            <a:rect l="0" t="0" r="r" b="b"/>
            <a:pathLst>
              <a:path w="246" h="247">
                <a:moveTo>
                  <a:pt x="246" y="6"/>
                </a:moveTo>
                <a:lnTo>
                  <a:pt x="5" y="247"/>
                </a:lnTo>
                <a:lnTo>
                  <a:pt x="0" y="247"/>
                </a:lnTo>
                <a:lnTo>
                  <a:pt x="246" y="0"/>
                </a:lnTo>
                <a:lnTo>
                  <a:pt x="246" y="6"/>
                </a:lnTo>
                <a:close/>
              </a:path>
            </a:pathLst>
          </a:custGeom>
          <a:solidFill>
            <a:srgbClr val="e1e1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3" name=""/>
          <p:cNvSpPr/>
          <p:nvPr/>
        </p:nvSpPr>
        <p:spPr>
          <a:xfrm>
            <a:off x="264960" y="861120"/>
            <a:ext cx="90360" cy="90720"/>
          </a:xfrm>
          <a:custGeom>
            <a:avLst/>
            <a:gdLst/>
            <a:ahLst/>
            <a:rect l="0" t="0" r="r" b="b"/>
            <a:pathLst>
              <a:path w="251" h="252">
                <a:moveTo>
                  <a:pt x="251" y="5"/>
                </a:moveTo>
                <a:lnTo>
                  <a:pt x="5" y="252"/>
                </a:lnTo>
                <a:lnTo>
                  <a:pt x="0" y="252"/>
                </a:lnTo>
                <a:lnTo>
                  <a:pt x="251" y="0"/>
                </a:lnTo>
                <a:lnTo>
                  <a:pt x="251" y="5"/>
                </a:lnTo>
                <a:close/>
              </a:path>
            </a:pathLst>
          </a:custGeom>
          <a:solidFill>
            <a:srgbClr val="e2e2b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4" name=""/>
          <p:cNvSpPr/>
          <p:nvPr/>
        </p:nvSpPr>
        <p:spPr>
          <a:xfrm>
            <a:off x="262800" y="859320"/>
            <a:ext cx="92520" cy="92520"/>
          </a:xfrm>
          <a:custGeom>
            <a:avLst/>
            <a:gdLst/>
            <a:ahLst/>
            <a:rect l="0" t="0" r="r" b="b"/>
            <a:pathLst>
              <a:path w="257" h="257">
                <a:moveTo>
                  <a:pt x="257" y="5"/>
                </a:moveTo>
                <a:lnTo>
                  <a:pt x="6" y="257"/>
                </a:lnTo>
                <a:lnTo>
                  <a:pt x="0" y="257"/>
                </a:lnTo>
                <a:lnTo>
                  <a:pt x="257" y="0"/>
                </a:lnTo>
                <a:lnTo>
                  <a:pt x="257" y="5"/>
                </a:lnTo>
                <a:close/>
              </a:path>
            </a:pathLst>
          </a:custGeom>
          <a:solidFill>
            <a:srgbClr val="e2e2b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5" name=""/>
          <p:cNvSpPr/>
          <p:nvPr/>
        </p:nvSpPr>
        <p:spPr>
          <a:xfrm>
            <a:off x="261000" y="857520"/>
            <a:ext cx="94320" cy="94320"/>
          </a:xfrm>
          <a:custGeom>
            <a:avLst/>
            <a:gdLst/>
            <a:ahLst/>
            <a:rect l="0" t="0" r="r" b="b"/>
            <a:pathLst>
              <a:path w="262" h="262">
                <a:moveTo>
                  <a:pt x="262" y="5"/>
                </a:moveTo>
                <a:lnTo>
                  <a:pt x="5" y="262"/>
                </a:lnTo>
                <a:lnTo>
                  <a:pt x="0" y="262"/>
                </a:lnTo>
                <a:lnTo>
                  <a:pt x="262" y="0"/>
                </a:lnTo>
                <a:lnTo>
                  <a:pt x="262" y="5"/>
                </a:lnTo>
                <a:close/>
              </a:path>
            </a:pathLst>
          </a:custGeom>
          <a:solidFill>
            <a:srgbClr val="e2e2b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6" name=""/>
          <p:cNvSpPr/>
          <p:nvPr/>
        </p:nvSpPr>
        <p:spPr>
          <a:xfrm>
            <a:off x="259200" y="855720"/>
            <a:ext cx="96120" cy="96120"/>
          </a:xfrm>
          <a:custGeom>
            <a:avLst/>
            <a:gdLst/>
            <a:ahLst/>
            <a:rect l="0" t="0" r="r" b="b"/>
            <a:pathLst>
              <a:path w="267" h="267">
                <a:moveTo>
                  <a:pt x="267" y="5"/>
                </a:moveTo>
                <a:lnTo>
                  <a:pt x="5" y="267"/>
                </a:lnTo>
                <a:lnTo>
                  <a:pt x="0" y="267"/>
                </a:lnTo>
                <a:lnTo>
                  <a:pt x="267" y="0"/>
                </a:lnTo>
                <a:lnTo>
                  <a:pt x="267" y="5"/>
                </a:lnTo>
                <a:close/>
              </a:path>
            </a:pathLst>
          </a:custGeom>
          <a:solidFill>
            <a:srgbClr val="e3e3b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7" name=""/>
          <p:cNvSpPr/>
          <p:nvPr/>
        </p:nvSpPr>
        <p:spPr>
          <a:xfrm>
            <a:off x="257400" y="853560"/>
            <a:ext cx="97920" cy="98280"/>
          </a:xfrm>
          <a:custGeom>
            <a:avLst/>
            <a:gdLst/>
            <a:ahLst/>
            <a:rect l="0" t="0" r="r" b="b"/>
            <a:pathLst>
              <a:path w="272" h="273">
                <a:moveTo>
                  <a:pt x="272" y="6"/>
                </a:moveTo>
                <a:lnTo>
                  <a:pt x="5" y="273"/>
                </a:lnTo>
                <a:lnTo>
                  <a:pt x="0" y="273"/>
                </a:lnTo>
                <a:lnTo>
                  <a:pt x="272" y="0"/>
                </a:lnTo>
                <a:lnTo>
                  <a:pt x="272" y="6"/>
                </a:lnTo>
                <a:close/>
              </a:path>
            </a:pathLst>
          </a:custGeom>
          <a:solidFill>
            <a:srgbClr val="e3e3b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8" name=""/>
          <p:cNvSpPr/>
          <p:nvPr/>
        </p:nvSpPr>
        <p:spPr>
          <a:xfrm>
            <a:off x="255600" y="851760"/>
            <a:ext cx="99720" cy="100080"/>
          </a:xfrm>
          <a:custGeom>
            <a:avLst/>
            <a:gdLst/>
            <a:ahLst/>
            <a:rect l="0" t="0" r="r" b="b"/>
            <a:pathLst>
              <a:path w="277" h="278">
                <a:moveTo>
                  <a:pt x="277" y="5"/>
                </a:moveTo>
                <a:lnTo>
                  <a:pt x="5" y="278"/>
                </a:lnTo>
                <a:lnTo>
                  <a:pt x="0" y="278"/>
                </a:lnTo>
                <a:lnTo>
                  <a:pt x="277" y="0"/>
                </a:lnTo>
                <a:lnTo>
                  <a:pt x="277" y="5"/>
                </a:lnTo>
                <a:close/>
              </a:path>
            </a:pathLst>
          </a:custGeom>
          <a:solidFill>
            <a:srgbClr val="e4e4b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9" name=""/>
          <p:cNvSpPr/>
          <p:nvPr/>
        </p:nvSpPr>
        <p:spPr>
          <a:xfrm>
            <a:off x="253800" y="812160"/>
            <a:ext cx="101520" cy="139680"/>
          </a:xfrm>
          <a:custGeom>
            <a:avLst/>
            <a:gdLst/>
            <a:ahLst/>
            <a:rect l="0" t="0" r="r" b="b"/>
            <a:pathLst>
              <a:path w="282" h="388">
                <a:moveTo>
                  <a:pt x="0" y="388"/>
                </a:moveTo>
                <a:lnTo>
                  <a:pt x="282" y="388"/>
                </a:lnTo>
                <a:lnTo>
                  <a:pt x="282" y="70"/>
                </a:lnTo>
                <a:lnTo>
                  <a:pt x="211" y="0"/>
                </a:lnTo>
                <a:lnTo>
                  <a:pt x="0" y="0"/>
                </a:lnTo>
                <a:lnTo>
                  <a:pt x="0" y="388"/>
                </a:lnTo>
                <a:close/>
              </a:path>
            </a:pathLst>
          </a:custGeom>
          <a:noFill/>
          <a:ln w="5040">
            <a:solidFill>
              <a:srgbClr val="000000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0" name=""/>
          <p:cNvSpPr/>
          <p:nvPr/>
        </p:nvSpPr>
        <p:spPr>
          <a:xfrm>
            <a:off x="266400" y="831240"/>
            <a:ext cx="63360" cy="0"/>
          </a:xfrm>
          <a:prstGeom prst="line">
            <a:avLst/>
          </a:prstGeom>
          <a:ln w="504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-2520" bIns="-25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1" name=""/>
          <p:cNvSpPr/>
          <p:nvPr/>
        </p:nvSpPr>
        <p:spPr>
          <a:xfrm>
            <a:off x="279000" y="849960"/>
            <a:ext cx="50760" cy="0"/>
          </a:xfrm>
          <a:prstGeom prst="line">
            <a:avLst/>
          </a:prstGeom>
          <a:ln w="5040">
            <a:solidFill>
              <a:srgbClr val="99999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-2520" bIns="-25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2" name=""/>
          <p:cNvSpPr/>
          <p:nvPr/>
        </p:nvSpPr>
        <p:spPr>
          <a:xfrm>
            <a:off x="279000" y="862920"/>
            <a:ext cx="50760" cy="0"/>
          </a:xfrm>
          <a:prstGeom prst="line">
            <a:avLst/>
          </a:prstGeom>
          <a:ln w="5040">
            <a:solidFill>
              <a:srgbClr val="99999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-2520" bIns="-25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3" name=""/>
          <p:cNvSpPr/>
          <p:nvPr/>
        </p:nvSpPr>
        <p:spPr>
          <a:xfrm>
            <a:off x="266400" y="881640"/>
            <a:ext cx="31680" cy="0"/>
          </a:xfrm>
          <a:prstGeom prst="line">
            <a:avLst/>
          </a:prstGeom>
          <a:ln w="5040">
            <a:solidFill>
              <a:srgbClr val="b2b2b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-2520" bIns="-25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4" name=""/>
          <p:cNvSpPr/>
          <p:nvPr/>
        </p:nvSpPr>
        <p:spPr>
          <a:xfrm>
            <a:off x="266400" y="894240"/>
            <a:ext cx="31680" cy="0"/>
          </a:xfrm>
          <a:prstGeom prst="line">
            <a:avLst/>
          </a:prstGeom>
          <a:ln w="5040">
            <a:solidFill>
              <a:srgbClr val="b2b2b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-2520" bIns="-25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5" name=""/>
          <p:cNvSpPr/>
          <p:nvPr/>
        </p:nvSpPr>
        <p:spPr>
          <a:xfrm>
            <a:off x="266400" y="907200"/>
            <a:ext cx="31680" cy="0"/>
          </a:xfrm>
          <a:prstGeom prst="line">
            <a:avLst/>
          </a:prstGeom>
          <a:ln w="5040">
            <a:solidFill>
              <a:srgbClr val="b2b2b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-2520" bIns="-25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6" name=""/>
          <p:cNvSpPr/>
          <p:nvPr/>
        </p:nvSpPr>
        <p:spPr>
          <a:xfrm>
            <a:off x="266400" y="919800"/>
            <a:ext cx="31680" cy="0"/>
          </a:xfrm>
          <a:prstGeom prst="line">
            <a:avLst/>
          </a:prstGeom>
          <a:ln w="5040">
            <a:solidFill>
              <a:srgbClr val="b2b2b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-2520" bIns="-25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7" name=""/>
          <p:cNvSpPr/>
          <p:nvPr/>
        </p:nvSpPr>
        <p:spPr>
          <a:xfrm>
            <a:off x="266400" y="932400"/>
            <a:ext cx="31680" cy="0"/>
          </a:xfrm>
          <a:prstGeom prst="line">
            <a:avLst/>
          </a:prstGeom>
          <a:ln w="5040">
            <a:solidFill>
              <a:srgbClr val="b2b2b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-2520" bIns="-25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8" name=""/>
          <p:cNvSpPr/>
          <p:nvPr/>
        </p:nvSpPr>
        <p:spPr>
          <a:xfrm>
            <a:off x="310680" y="92268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1be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9" name=""/>
          <p:cNvSpPr/>
          <p:nvPr/>
        </p:nvSpPr>
        <p:spPr>
          <a:xfrm>
            <a:off x="310680" y="92268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42bd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0" name=""/>
          <p:cNvSpPr/>
          <p:nvPr/>
        </p:nvSpPr>
        <p:spPr>
          <a:xfrm>
            <a:off x="310680" y="92232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3bc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1" name=""/>
          <p:cNvSpPr/>
          <p:nvPr/>
        </p:nvSpPr>
        <p:spPr>
          <a:xfrm>
            <a:off x="310680" y="92232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44bb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2" name=""/>
          <p:cNvSpPr/>
          <p:nvPr/>
        </p:nvSpPr>
        <p:spPr>
          <a:xfrm>
            <a:off x="310680" y="92196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6b9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3" name=""/>
          <p:cNvSpPr/>
          <p:nvPr/>
        </p:nvSpPr>
        <p:spPr>
          <a:xfrm>
            <a:off x="310680" y="92196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47b8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4" name=""/>
          <p:cNvSpPr/>
          <p:nvPr/>
        </p:nvSpPr>
        <p:spPr>
          <a:xfrm>
            <a:off x="310680" y="92160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8b7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5" name=""/>
          <p:cNvSpPr/>
          <p:nvPr/>
        </p:nvSpPr>
        <p:spPr>
          <a:xfrm>
            <a:off x="310680" y="92160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49b6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6" name=""/>
          <p:cNvSpPr/>
          <p:nvPr/>
        </p:nvSpPr>
        <p:spPr>
          <a:xfrm>
            <a:off x="310680" y="92124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ab5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7" name=""/>
          <p:cNvSpPr/>
          <p:nvPr/>
        </p:nvSpPr>
        <p:spPr>
          <a:xfrm>
            <a:off x="310680" y="92124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4bb4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98" name=""/>
          <p:cNvSpPr/>
          <p:nvPr/>
        </p:nvSpPr>
        <p:spPr>
          <a:xfrm>
            <a:off x="310680" y="92088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db2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99" name=""/>
          <p:cNvSpPr/>
          <p:nvPr/>
        </p:nvSpPr>
        <p:spPr>
          <a:xfrm>
            <a:off x="310680" y="92088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4eb1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00" name=""/>
          <p:cNvSpPr/>
          <p:nvPr/>
        </p:nvSpPr>
        <p:spPr>
          <a:xfrm>
            <a:off x="310680" y="92052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fb0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01" name=""/>
          <p:cNvSpPr/>
          <p:nvPr/>
        </p:nvSpPr>
        <p:spPr>
          <a:xfrm>
            <a:off x="310680" y="92052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50af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02" name=""/>
          <p:cNvSpPr/>
          <p:nvPr/>
        </p:nvSpPr>
        <p:spPr>
          <a:xfrm>
            <a:off x="310680" y="92016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1ae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03" name=""/>
          <p:cNvSpPr/>
          <p:nvPr/>
        </p:nvSpPr>
        <p:spPr>
          <a:xfrm>
            <a:off x="310680" y="92016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52ad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04" name=""/>
          <p:cNvSpPr/>
          <p:nvPr/>
        </p:nvSpPr>
        <p:spPr>
          <a:xfrm>
            <a:off x="310680" y="91980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4ab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05" name=""/>
          <p:cNvSpPr/>
          <p:nvPr/>
        </p:nvSpPr>
        <p:spPr>
          <a:xfrm>
            <a:off x="310680" y="91980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55aa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06" name=""/>
          <p:cNvSpPr/>
          <p:nvPr/>
        </p:nvSpPr>
        <p:spPr>
          <a:xfrm>
            <a:off x="310680" y="91944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6a9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07" name=""/>
          <p:cNvSpPr/>
          <p:nvPr/>
        </p:nvSpPr>
        <p:spPr>
          <a:xfrm>
            <a:off x="310680" y="91944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57a8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08" name=""/>
          <p:cNvSpPr/>
          <p:nvPr/>
        </p:nvSpPr>
        <p:spPr>
          <a:xfrm>
            <a:off x="310680" y="91908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8a7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09" name=""/>
          <p:cNvSpPr/>
          <p:nvPr/>
        </p:nvSpPr>
        <p:spPr>
          <a:xfrm>
            <a:off x="310680" y="91908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59a6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0" name=""/>
          <p:cNvSpPr/>
          <p:nvPr/>
        </p:nvSpPr>
        <p:spPr>
          <a:xfrm>
            <a:off x="310680" y="91872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aa5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1" name=""/>
          <p:cNvSpPr/>
          <p:nvPr/>
        </p:nvSpPr>
        <p:spPr>
          <a:xfrm>
            <a:off x="310680" y="91872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5ca3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2" name=""/>
          <p:cNvSpPr/>
          <p:nvPr/>
        </p:nvSpPr>
        <p:spPr>
          <a:xfrm>
            <a:off x="310680" y="91872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5da2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3" name=""/>
          <p:cNvSpPr/>
          <p:nvPr/>
        </p:nvSpPr>
        <p:spPr>
          <a:xfrm>
            <a:off x="310680" y="91836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ea1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4" name=""/>
          <p:cNvSpPr/>
          <p:nvPr/>
        </p:nvSpPr>
        <p:spPr>
          <a:xfrm>
            <a:off x="310680" y="91836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5fa0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5" name=""/>
          <p:cNvSpPr/>
          <p:nvPr/>
        </p:nvSpPr>
        <p:spPr>
          <a:xfrm>
            <a:off x="310680" y="91800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609f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6" name=""/>
          <p:cNvSpPr/>
          <p:nvPr/>
        </p:nvSpPr>
        <p:spPr>
          <a:xfrm>
            <a:off x="310680" y="91800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619e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7" name=""/>
          <p:cNvSpPr/>
          <p:nvPr/>
        </p:nvSpPr>
        <p:spPr>
          <a:xfrm>
            <a:off x="310680" y="91764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639c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8" name=""/>
          <p:cNvSpPr/>
          <p:nvPr/>
        </p:nvSpPr>
        <p:spPr>
          <a:xfrm>
            <a:off x="310680" y="91764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649b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9" name=""/>
          <p:cNvSpPr/>
          <p:nvPr/>
        </p:nvSpPr>
        <p:spPr>
          <a:xfrm>
            <a:off x="310680" y="91728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659a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20" name=""/>
          <p:cNvSpPr/>
          <p:nvPr/>
        </p:nvSpPr>
        <p:spPr>
          <a:xfrm>
            <a:off x="310680" y="91728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6699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21" name=""/>
          <p:cNvSpPr/>
          <p:nvPr/>
        </p:nvSpPr>
        <p:spPr>
          <a:xfrm>
            <a:off x="310680" y="91692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6798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22" name=""/>
          <p:cNvSpPr/>
          <p:nvPr/>
        </p:nvSpPr>
        <p:spPr>
          <a:xfrm>
            <a:off x="310680" y="91692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6897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23" name=""/>
          <p:cNvSpPr/>
          <p:nvPr/>
        </p:nvSpPr>
        <p:spPr>
          <a:xfrm>
            <a:off x="310680" y="91656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6a95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24" name=""/>
          <p:cNvSpPr/>
          <p:nvPr/>
        </p:nvSpPr>
        <p:spPr>
          <a:xfrm>
            <a:off x="310680" y="91656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6b94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25" name=""/>
          <p:cNvSpPr/>
          <p:nvPr/>
        </p:nvSpPr>
        <p:spPr>
          <a:xfrm>
            <a:off x="310680" y="91620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6c93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26" name=""/>
          <p:cNvSpPr/>
          <p:nvPr/>
        </p:nvSpPr>
        <p:spPr>
          <a:xfrm>
            <a:off x="310680" y="91620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6d92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27" name=""/>
          <p:cNvSpPr/>
          <p:nvPr/>
        </p:nvSpPr>
        <p:spPr>
          <a:xfrm>
            <a:off x="310680" y="91584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6e91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28" name=""/>
          <p:cNvSpPr/>
          <p:nvPr/>
        </p:nvSpPr>
        <p:spPr>
          <a:xfrm>
            <a:off x="310680" y="91584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6f90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29" name=""/>
          <p:cNvSpPr/>
          <p:nvPr/>
        </p:nvSpPr>
        <p:spPr>
          <a:xfrm>
            <a:off x="310680" y="91548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18e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0" name=""/>
          <p:cNvSpPr/>
          <p:nvPr/>
        </p:nvSpPr>
        <p:spPr>
          <a:xfrm>
            <a:off x="310680" y="91548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728d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1" name=""/>
          <p:cNvSpPr/>
          <p:nvPr/>
        </p:nvSpPr>
        <p:spPr>
          <a:xfrm>
            <a:off x="310680" y="91512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38c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2" name=""/>
          <p:cNvSpPr/>
          <p:nvPr/>
        </p:nvSpPr>
        <p:spPr>
          <a:xfrm>
            <a:off x="310680" y="91512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748b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3" name=""/>
          <p:cNvSpPr/>
          <p:nvPr/>
        </p:nvSpPr>
        <p:spPr>
          <a:xfrm>
            <a:off x="310680" y="91476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58a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4" name=""/>
          <p:cNvSpPr/>
          <p:nvPr/>
        </p:nvSpPr>
        <p:spPr>
          <a:xfrm>
            <a:off x="310680" y="91476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7689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5" name=""/>
          <p:cNvSpPr/>
          <p:nvPr/>
        </p:nvSpPr>
        <p:spPr>
          <a:xfrm>
            <a:off x="310680" y="91440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887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6" name=""/>
          <p:cNvSpPr/>
          <p:nvPr/>
        </p:nvSpPr>
        <p:spPr>
          <a:xfrm>
            <a:off x="310680" y="91440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7986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7" name=""/>
          <p:cNvSpPr/>
          <p:nvPr/>
        </p:nvSpPr>
        <p:spPr>
          <a:xfrm>
            <a:off x="310680" y="91440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7a85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8" name=""/>
          <p:cNvSpPr/>
          <p:nvPr/>
        </p:nvSpPr>
        <p:spPr>
          <a:xfrm>
            <a:off x="310680" y="91404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b84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9" name=""/>
          <p:cNvSpPr/>
          <p:nvPr/>
        </p:nvSpPr>
        <p:spPr>
          <a:xfrm>
            <a:off x="310680" y="91404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7c83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0" name=""/>
          <p:cNvSpPr/>
          <p:nvPr/>
        </p:nvSpPr>
        <p:spPr>
          <a:xfrm>
            <a:off x="310680" y="91368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d82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1" name=""/>
          <p:cNvSpPr/>
          <p:nvPr/>
        </p:nvSpPr>
        <p:spPr>
          <a:xfrm>
            <a:off x="310680" y="91368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7f80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2" name=""/>
          <p:cNvSpPr/>
          <p:nvPr/>
        </p:nvSpPr>
        <p:spPr>
          <a:xfrm>
            <a:off x="310680" y="91332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07f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3" name=""/>
          <p:cNvSpPr/>
          <p:nvPr/>
        </p:nvSpPr>
        <p:spPr>
          <a:xfrm>
            <a:off x="310680" y="91332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817e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4" name=""/>
          <p:cNvSpPr/>
          <p:nvPr/>
        </p:nvSpPr>
        <p:spPr>
          <a:xfrm>
            <a:off x="310680" y="91296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27d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5" name=""/>
          <p:cNvSpPr/>
          <p:nvPr/>
        </p:nvSpPr>
        <p:spPr>
          <a:xfrm>
            <a:off x="310680" y="91296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837c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6" name=""/>
          <p:cNvSpPr/>
          <p:nvPr/>
        </p:nvSpPr>
        <p:spPr>
          <a:xfrm>
            <a:off x="310680" y="91260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47b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7" name=""/>
          <p:cNvSpPr/>
          <p:nvPr/>
        </p:nvSpPr>
        <p:spPr>
          <a:xfrm>
            <a:off x="310680" y="91260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857a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8" name=""/>
          <p:cNvSpPr/>
          <p:nvPr/>
        </p:nvSpPr>
        <p:spPr>
          <a:xfrm>
            <a:off x="310680" y="91224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778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9" name=""/>
          <p:cNvSpPr/>
          <p:nvPr/>
        </p:nvSpPr>
        <p:spPr>
          <a:xfrm>
            <a:off x="310680" y="91224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8877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0" name=""/>
          <p:cNvSpPr/>
          <p:nvPr/>
        </p:nvSpPr>
        <p:spPr>
          <a:xfrm>
            <a:off x="310680" y="91188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976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1" name=""/>
          <p:cNvSpPr/>
          <p:nvPr/>
        </p:nvSpPr>
        <p:spPr>
          <a:xfrm>
            <a:off x="310680" y="91188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8a75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2" name=""/>
          <p:cNvSpPr/>
          <p:nvPr/>
        </p:nvSpPr>
        <p:spPr>
          <a:xfrm>
            <a:off x="310680" y="91152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b74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3" name=""/>
          <p:cNvSpPr/>
          <p:nvPr/>
        </p:nvSpPr>
        <p:spPr>
          <a:xfrm>
            <a:off x="310680" y="91152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8c73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4" name=""/>
          <p:cNvSpPr/>
          <p:nvPr/>
        </p:nvSpPr>
        <p:spPr>
          <a:xfrm>
            <a:off x="310680" y="91116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e71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5" name=""/>
          <p:cNvSpPr/>
          <p:nvPr/>
        </p:nvSpPr>
        <p:spPr>
          <a:xfrm>
            <a:off x="310680" y="91116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8f70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6" name=""/>
          <p:cNvSpPr/>
          <p:nvPr/>
        </p:nvSpPr>
        <p:spPr>
          <a:xfrm>
            <a:off x="310680" y="91080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06f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7" name=""/>
          <p:cNvSpPr/>
          <p:nvPr/>
        </p:nvSpPr>
        <p:spPr>
          <a:xfrm>
            <a:off x="310680" y="91080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916e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8" name=""/>
          <p:cNvSpPr/>
          <p:nvPr/>
        </p:nvSpPr>
        <p:spPr>
          <a:xfrm>
            <a:off x="310680" y="91044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26d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9" name=""/>
          <p:cNvSpPr/>
          <p:nvPr/>
        </p:nvSpPr>
        <p:spPr>
          <a:xfrm>
            <a:off x="310680" y="91044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936c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0" name=""/>
          <p:cNvSpPr/>
          <p:nvPr/>
        </p:nvSpPr>
        <p:spPr>
          <a:xfrm>
            <a:off x="310680" y="91008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56a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1" name=""/>
          <p:cNvSpPr/>
          <p:nvPr/>
        </p:nvSpPr>
        <p:spPr>
          <a:xfrm>
            <a:off x="310680" y="91008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9669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2" name=""/>
          <p:cNvSpPr/>
          <p:nvPr/>
        </p:nvSpPr>
        <p:spPr>
          <a:xfrm>
            <a:off x="310680" y="91008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9768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3" name=""/>
          <p:cNvSpPr/>
          <p:nvPr/>
        </p:nvSpPr>
        <p:spPr>
          <a:xfrm>
            <a:off x="310680" y="90972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867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4" name=""/>
          <p:cNvSpPr/>
          <p:nvPr/>
        </p:nvSpPr>
        <p:spPr>
          <a:xfrm>
            <a:off x="310680" y="90972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9966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5" name=""/>
          <p:cNvSpPr/>
          <p:nvPr/>
        </p:nvSpPr>
        <p:spPr>
          <a:xfrm>
            <a:off x="310680" y="90936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a65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6" name=""/>
          <p:cNvSpPr/>
          <p:nvPr/>
        </p:nvSpPr>
        <p:spPr>
          <a:xfrm>
            <a:off x="310680" y="90936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9c63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7" name=""/>
          <p:cNvSpPr/>
          <p:nvPr/>
        </p:nvSpPr>
        <p:spPr>
          <a:xfrm>
            <a:off x="310680" y="90900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d62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8" name=""/>
          <p:cNvSpPr/>
          <p:nvPr/>
        </p:nvSpPr>
        <p:spPr>
          <a:xfrm>
            <a:off x="310680" y="90900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9e61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9" name=""/>
          <p:cNvSpPr/>
          <p:nvPr/>
        </p:nvSpPr>
        <p:spPr>
          <a:xfrm>
            <a:off x="310680" y="90864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f60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0" name=""/>
          <p:cNvSpPr/>
          <p:nvPr/>
        </p:nvSpPr>
        <p:spPr>
          <a:xfrm>
            <a:off x="310680" y="90864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a05f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1" name=""/>
          <p:cNvSpPr/>
          <p:nvPr/>
        </p:nvSpPr>
        <p:spPr>
          <a:xfrm>
            <a:off x="310680" y="90828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15e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2" name=""/>
          <p:cNvSpPr/>
          <p:nvPr/>
        </p:nvSpPr>
        <p:spPr>
          <a:xfrm>
            <a:off x="310680" y="90828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a35c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3" name=""/>
          <p:cNvSpPr/>
          <p:nvPr/>
        </p:nvSpPr>
        <p:spPr>
          <a:xfrm>
            <a:off x="310680" y="90792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45b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4" name=""/>
          <p:cNvSpPr/>
          <p:nvPr/>
        </p:nvSpPr>
        <p:spPr>
          <a:xfrm>
            <a:off x="310680" y="90792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a55a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5" name=""/>
          <p:cNvSpPr/>
          <p:nvPr/>
        </p:nvSpPr>
        <p:spPr>
          <a:xfrm>
            <a:off x="310680" y="90756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659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6" name=""/>
          <p:cNvSpPr/>
          <p:nvPr/>
        </p:nvSpPr>
        <p:spPr>
          <a:xfrm>
            <a:off x="310680" y="90756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a758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7" name=""/>
          <p:cNvSpPr/>
          <p:nvPr/>
        </p:nvSpPr>
        <p:spPr>
          <a:xfrm>
            <a:off x="310680" y="90720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857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8" name=""/>
          <p:cNvSpPr/>
          <p:nvPr/>
        </p:nvSpPr>
        <p:spPr>
          <a:xfrm>
            <a:off x="310680" y="90720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a955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9" name=""/>
          <p:cNvSpPr/>
          <p:nvPr/>
        </p:nvSpPr>
        <p:spPr>
          <a:xfrm>
            <a:off x="310680" y="90684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b54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0" name=""/>
          <p:cNvSpPr/>
          <p:nvPr/>
        </p:nvSpPr>
        <p:spPr>
          <a:xfrm>
            <a:off x="310680" y="90684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ac53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1" name=""/>
          <p:cNvSpPr/>
          <p:nvPr/>
        </p:nvSpPr>
        <p:spPr>
          <a:xfrm>
            <a:off x="310680" y="90648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d52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2" name=""/>
          <p:cNvSpPr/>
          <p:nvPr/>
        </p:nvSpPr>
        <p:spPr>
          <a:xfrm>
            <a:off x="310680" y="90648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ae51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3" name=""/>
          <p:cNvSpPr/>
          <p:nvPr/>
        </p:nvSpPr>
        <p:spPr>
          <a:xfrm>
            <a:off x="310680" y="90612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f50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4" name=""/>
          <p:cNvSpPr/>
          <p:nvPr/>
        </p:nvSpPr>
        <p:spPr>
          <a:xfrm>
            <a:off x="310680" y="90612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b04f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5" name=""/>
          <p:cNvSpPr/>
          <p:nvPr/>
        </p:nvSpPr>
        <p:spPr>
          <a:xfrm>
            <a:off x="310680" y="90576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24d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6" name=""/>
          <p:cNvSpPr/>
          <p:nvPr/>
        </p:nvSpPr>
        <p:spPr>
          <a:xfrm>
            <a:off x="310680" y="90576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b34c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7" name=""/>
          <p:cNvSpPr/>
          <p:nvPr/>
        </p:nvSpPr>
        <p:spPr>
          <a:xfrm>
            <a:off x="310680" y="90540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44b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8" name=""/>
          <p:cNvSpPr/>
          <p:nvPr/>
        </p:nvSpPr>
        <p:spPr>
          <a:xfrm>
            <a:off x="310680" y="90540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b54a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9" name=""/>
          <p:cNvSpPr/>
          <p:nvPr/>
        </p:nvSpPr>
        <p:spPr>
          <a:xfrm>
            <a:off x="310680" y="90540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b649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90" name=""/>
          <p:cNvSpPr/>
          <p:nvPr/>
        </p:nvSpPr>
        <p:spPr>
          <a:xfrm>
            <a:off x="310680" y="90504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748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91" name=""/>
          <p:cNvSpPr/>
          <p:nvPr/>
        </p:nvSpPr>
        <p:spPr>
          <a:xfrm>
            <a:off x="310680" y="90504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b946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92" name=""/>
          <p:cNvSpPr/>
          <p:nvPr/>
        </p:nvSpPr>
        <p:spPr>
          <a:xfrm>
            <a:off x="310680" y="90468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a45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93" name=""/>
          <p:cNvSpPr/>
          <p:nvPr/>
        </p:nvSpPr>
        <p:spPr>
          <a:xfrm>
            <a:off x="310680" y="90468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bb44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94" name=""/>
          <p:cNvSpPr/>
          <p:nvPr/>
        </p:nvSpPr>
        <p:spPr>
          <a:xfrm>
            <a:off x="310680" y="90432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c43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95" name=""/>
          <p:cNvSpPr/>
          <p:nvPr/>
        </p:nvSpPr>
        <p:spPr>
          <a:xfrm>
            <a:off x="310680" y="90432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bd42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96" name=""/>
          <p:cNvSpPr/>
          <p:nvPr/>
        </p:nvSpPr>
        <p:spPr>
          <a:xfrm>
            <a:off x="310680" y="90396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e41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97" name=""/>
          <p:cNvSpPr/>
          <p:nvPr/>
        </p:nvSpPr>
        <p:spPr>
          <a:xfrm>
            <a:off x="310680" y="90396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bf40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98" name=""/>
          <p:cNvSpPr/>
          <p:nvPr/>
        </p:nvSpPr>
        <p:spPr>
          <a:xfrm>
            <a:off x="310680" y="90360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e404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99" name=""/>
          <p:cNvSpPr/>
          <p:nvPr/>
        </p:nvSpPr>
        <p:spPr>
          <a:xfrm>
            <a:off x="310680" y="90360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bd404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00" name=""/>
          <p:cNvSpPr/>
          <p:nvPr/>
        </p:nvSpPr>
        <p:spPr>
          <a:xfrm>
            <a:off x="310680" y="90324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c404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01" name=""/>
          <p:cNvSpPr/>
          <p:nvPr/>
        </p:nvSpPr>
        <p:spPr>
          <a:xfrm>
            <a:off x="310680" y="90324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bc404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02" name=""/>
          <p:cNvSpPr/>
          <p:nvPr/>
        </p:nvSpPr>
        <p:spPr>
          <a:xfrm>
            <a:off x="310680" y="90288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b404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03" name=""/>
          <p:cNvSpPr/>
          <p:nvPr/>
        </p:nvSpPr>
        <p:spPr>
          <a:xfrm>
            <a:off x="310680" y="90288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ba404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04" name=""/>
          <p:cNvSpPr/>
          <p:nvPr/>
        </p:nvSpPr>
        <p:spPr>
          <a:xfrm>
            <a:off x="310680" y="90252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9404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05" name=""/>
          <p:cNvSpPr/>
          <p:nvPr/>
        </p:nvSpPr>
        <p:spPr>
          <a:xfrm>
            <a:off x="310680" y="90252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b8404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06" name=""/>
          <p:cNvSpPr/>
          <p:nvPr/>
        </p:nvSpPr>
        <p:spPr>
          <a:xfrm>
            <a:off x="310680" y="90216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7404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07" name=""/>
          <p:cNvSpPr/>
          <p:nvPr/>
        </p:nvSpPr>
        <p:spPr>
          <a:xfrm>
            <a:off x="310680" y="90216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b6404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08" name=""/>
          <p:cNvSpPr/>
          <p:nvPr/>
        </p:nvSpPr>
        <p:spPr>
          <a:xfrm>
            <a:off x="310680" y="90180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5404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09" name=""/>
          <p:cNvSpPr/>
          <p:nvPr/>
        </p:nvSpPr>
        <p:spPr>
          <a:xfrm>
            <a:off x="310680" y="90180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b5404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0" name=""/>
          <p:cNvSpPr/>
          <p:nvPr/>
        </p:nvSpPr>
        <p:spPr>
          <a:xfrm>
            <a:off x="310680" y="90144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440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1" name=""/>
          <p:cNvSpPr/>
          <p:nvPr/>
        </p:nvSpPr>
        <p:spPr>
          <a:xfrm>
            <a:off x="310680" y="90144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b3404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2" name=""/>
          <p:cNvSpPr/>
          <p:nvPr/>
        </p:nvSpPr>
        <p:spPr>
          <a:xfrm>
            <a:off x="310680" y="90108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b2404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3" name=""/>
          <p:cNvSpPr/>
          <p:nvPr/>
        </p:nvSpPr>
        <p:spPr>
          <a:xfrm>
            <a:off x="310680" y="90108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b140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4" name=""/>
          <p:cNvSpPr/>
          <p:nvPr/>
        </p:nvSpPr>
        <p:spPr>
          <a:xfrm>
            <a:off x="310680" y="90108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b0404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5" name=""/>
          <p:cNvSpPr/>
          <p:nvPr/>
        </p:nvSpPr>
        <p:spPr>
          <a:xfrm>
            <a:off x="310680" y="90072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f405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6" name=""/>
          <p:cNvSpPr/>
          <p:nvPr/>
        </p:nvSpPr>
        <p:spPr>
          <a:xfrm>
            <a:off x="310680" y="90072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ae405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7" name=""/>
          <p:cNvSpPr/>
          <p:nvPr/>
        </p:nvSpPr>
        <p:spPr>
          <a:xfrm>
            <a:off x="310680" y="90036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e405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8" name=""/>
          <p:cNvSpPr/>
          <p:nvPr/>
        </p:nvSpPr>
        <p:spPr>
          <a:xfrm>
            <a:off x="310680" y="90036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ad405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9" name=""/>
          <p:cNvSpPr/>
          <p:nvPr/>
        </p:nvSpPr>
        <p:spPr>
          <a:xfrm>
            <a:off x="310680" y="90000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c405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0" name=""/>
          <p:cNvSpPr/>
          <p:nvPr/>
        </p:nvSpPr>
        <p:spPr>
          <a:xfrm>
            <a:off x="310680" y="90000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ab405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1" name=""/>
          <p:cNvSpPr/>
          <p:nvPr/>
        </p:nvSpPr>
        <p:spPr>
          <a:xfrm>
            <a:off x="310680" y="89964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a405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2" name=""/>
          <p:cNvSpPr/>
          <p:nvPr/>
        </p:nvSpPr>
        <p:spPr>
          <a:xfrm>
            <a:off x="310680" y="89964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a9405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3" name=""/>
          <p:cNvSpPr/>
          <p:nvPr/>
        </p:nvSpPr>
        <p:spPr>
          <a:xfrm>
            <a:off x="310680" y="89928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8405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4" name=""/>
          <p:cNvSpPr/>
          <p:nvPr/>
        </p:nvSpPr>
        <p:spPr>
          <a:xfrm>
            <a:off x="310680" y="89928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a7405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5" name=""/>
          <p:cNvSpPr/>
          <p:nvPr/>
        </p:nvSpPr>
        <p:spPr>
          <a:xfrm>
            <a:off x="310680" y="89892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7405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6" name=""/>
          <p:cNvSpPr/>
          <p:nvPr/>
        </p:nvSpPr>
        <p:spPr>
          <a:xfrm>
            <a:off x="310680" y="89892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a6405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7" name=""/>
          <p:cNvSpPr/>
          <p:nvPr/>
        </p:nvSpPr>
        <p:spPr>
          <a:xfrm>
            <a:off x="310680" y="89856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5405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8" name=""/>
          <p:cNvSpPr/>
          <p:nvPr/>
        </p:nvSpPr>
        <p:spPr>
          <a:xfrm>
            <a:off x="310680" y="89856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a4405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9" name=""/>
          <p:cNvSpPr/>
          <p:nvPr/>
        </p:nvSpPr>
        <p:spPr>
          <a:xfrm>
            <a:off x="310680" y="89820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3405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30" name=""/>
          <p:cNvSpPr/>
          <p:nvPr/>
        </p:nvSpPr>
        <p:spPr>
          <a:xfrm>
            <a:off x="310680" y="89820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a2405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31" name=""/>
          <p:cNvSpPr/>
          <p:nvPr/>
        </p:nvSpPr>
        <p:spPr>
          <a:xfrm>
            <a:off x="310680" y="89784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1405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32" name=""/>
          <p:cNvSpPr/>
          <p:nvPr/>
        </p:nvSpPr>
        <p:spPr>
          <a:xfrm>
            <a:off x="310680" y="89784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a0405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33" name=""/>
          <p:cNvSpPr/>
          <p:nvPr/>
        </p:nvSpPr>
        <p:spPr>
          <a:xfrm>
            <a:off x="310680" y="89748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a0405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34" name=""/>
          <p:cNvSpPr/>
          <p:nvPr/>
        </p:nvSpPr>
        <p:spPr>
          <a:xfrm>
            <a:off x="310680" y="89748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9f4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35" name=""/>
          <p:cNvSpPr/>
          <p:nvPr/>
        </p:nvSpPr>
        <p:spPr>
          <a:xfrm>
            <a:off x="310680" y="89712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e406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36" name=""/>
          <p:cNvSpPr/>
          <p:nvPr/>
        </p:nvSpPr>
        <p:spPr>
          <a:xfrm>
            <a:off x="310680" y="89712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9d406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37" name=""/>
          <p:cNvSpPr/>
          <p:nvPr/>
        </p:nvSpPr>
        <p:spPr>
          <a:xfrm>
            <a:off x="310680" y="89676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c40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38" name=""/>
          <p:cNvSpPr/>
          <p:nvPr/>
        </p:nvSpPr>
        <p:spPr>
          <a:xfrm>
            <a:off x="310680" y="89676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9b40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39" name=""/>
          <p:cNvSpPr/>
          <p:nvPr/>
        </p:nvSpPr>
        <p:spPr>
          <a:xfrm>
            <a:off x="310680" y="89676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9a406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40" name=""/>
          <p:cNvSpPr/>
          <p:nvPr/>
        </p:nvSpPr>
        <p:spPr>
          <a:xfrm>
            <a:off x="310680" y="89640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a406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41" name=""/>
          <p:cNvSpPr/>
          <p:nvPr/>
        </p:nvSpPr>
        <p:spPr>
          <a:xfrm>
            <a:off x="310680" y="89640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99406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42" name=""/>
          <p:cNvSpPr/>
          <p:nvPr/>
        </p:nvSpPr>
        <p:spPr>
          <a:xfrm>
            <a:off x="310680" y="89604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8406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43" name=""/>
          <p:cNvSpPr/>
          <p:nvPr/>
        </p:nvSpPr>
        <p:spPr>
          <a:xfrm>
            <a:off x="310680" y="89604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97406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44" name=""/>
          <p:cNvSpPr/>
          <p:nvPr/>
        </p:nvSpPr>
        <p:spPr>
          <a:xfrm>
            <a:off x="310680" y="89568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6406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45" name=""/>
          <p:cNvSpPr/>
          <p:nvPr/>
        </p:nvSpPr>
        <p:spPr>
          <a:xfrm>
            <a:off x="310680" y="89568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95406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46" name=""/>
          <p:cNvSpPr/>
          <p:nvPr/>
        </p:nvSpPr>
        <p:spPr>
          <a:xfrm>
            <a:off x="310680" y="89532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4406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47" name=""/>
          <p:cNvSpPr/>
          <p:nvPr/>
        </p:nvSpPr>
        <p:spPr>
          <a:xfrm>
            <a:off x="310680" y="89532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93406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48" name=""/>
          <p:cNvSpPr/>
          <p:nvPr/>
        </p:nvSpPr>
        <p:spPr>
          <a:xfrm>
            <a:off x="310680" y="89496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3406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49" name=""/>
          <p:cNvSpPr/>
          <p:nvPr/>
        </p:nvSpPr>
        <p:spPr>
          <a:xfrm>
            <a:off x="310680" y="89496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92406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50" name=""/>
          <p:cNvSpPr/>
          <p:nvPr/>
        </p:nvSpPr>
        <p:spPr>
          <a:xfrm>
            <a:off x="310680" y="89460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91406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51" name=""/>
          <p:cNvSpPr/>
          <p:nvPr/>
        </p:nvSpPr>
        <p:spPr>
          <a:xfrm>
            <a:off x="310680" y="89460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90406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52" name=""/>
          <p:cNvSpPr/>
          <p:nvPr/>
        </p:nvSpPr>
        <p:spPr>
          <a:xfrm>
            <a:off x="310680" y="89424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f407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53" name=""/>
          <p:cNvSpPr/>
          <p:nvPr/>
        </p:nvSpPr>
        <p:spPr>
          <a:xfrm>
            <a:off x="310680" y="89424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8e407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54" name=""/>
          <p:cNvSpPr/>
          <p:nvPr/>
        </p:nvSpPr>
        <p:spPr>
          <a:xfrm>
            <a:off x="310680" y="89388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d407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55" name=""/>
          <p:cNvSpPr/>
          <p:nvPr/>
        </p:nvSpPr>
        <p:spPr>
          <a:xfrm>
            <a:off x="310680" y="89388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8c407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56" name=""/>
          <p:cNvSpPr/>
          <p:nvPr/>
        </p:nvSpPr>
        <p:spPr>
          <a:xfrm>
            <a:off x="310680" y="89352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c407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57" name=""/>
          <p:cNvSpPr/>
          <p:nvPr/>
        </p:nvSpPr>
        <p:spPr>
          <a:xfrm>
            <a:off x="310680" y="89352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8b407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58" name=""/>
          <p:cNvSpPr/>
          <p:nvPr/>
        </p:nvSpPr>
        <p:spPr>
          <a:xfrm>
            <a:off x="310680" y="89316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a407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59" name=""/>
          <p:cNvSpPr/>
          <p:nvPr/>
        </p:nvSpPr>
        <p:spPr>
          <a:xfrm>
            <a:off x="310680" y="89316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89407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60" name=""/>
          <p:cNvSpPr/>
          <p:nvPr/>
        </p:nvSpPr>
        <p:spPr>
          <a:xfrm>
            <a:off x="310680" y="89280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8407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61" name=""/>
          <p:cNvSpPr/>
          <p:nvPr/>
        </p:nvSpPr>
        <p:spPr>
          <a:xfrm>
            <a:off x="310680" y="89280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8740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62" name=""/>
          <p:cNvSpPr/>
          <p:nvPr/>
        </p:nvSpPr>
        <p:spPr>
          <a:xfrm>
            <a:off x="310680" y="89244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6407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63" name=""/>
          <p:cNvSpPr/>
          <p:nvPr/>
        </p:nvSpPr>
        <p:spPr>
          <a:xfrm>
            <a:off x="310680" y="89244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85407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64" name=""/>
          <p:cNvSpPr/>
          <p:nvPr/>
        </p:nvSpPr>
        <p:spPr>
          <a:xfrm>
            <a:off x="310680" y="89208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5407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65" name=""/>
          <p:cNvSpPr/>
          <p:nvPr/>
        </p:nvSpPr>
        <p:spPr>
          <a:xfrm>
            <a:off x="310680" y="89208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84407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66" name=""/>
          <p:cNvSpPr/>
          <p:nvPr/>
        </p:nvSpPr>
        <p:spPr>
          <a:xfrm>
            <a:off x="310680" y="89208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83407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67" name=""/>
          <p:cNvSpPr/>
          <p:nvPr/>
        </p:nvSpPr>
        <p:spPr>
          <a:xfrm>
            <a:off x="310680" y="89172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2407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68" name=""/>
          <p:cNvSpPr/>
          <p:nvPr/>
        </p:nvSpPr>
        <p:spPr>
          <a:xfrm>
            <a:off x="310680" y="89172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81407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69" name=""/>
          <p:cNvSpPr/>
          <p:nvPr/>
        </p:nvSpPr>
        <p:spPr>
          <a:xfrm>
            <a:off x="310680" y="89136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80407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70" name=""/>
          <p:cNvSpPr/>
          <p:nvPr/>
        </p:nvSpPr>
        <p:spPr>
          <a:xfrm>
            <a:off x="310680" y="89136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7f408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71" name=""/>
          <p:cNvSpPr/>
          <p:nvPr/>
        </p:nvSpPr>
        <p:spPr>
          <a:xfrm>
            <a:off x="310680" y="89100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e408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72" name=""/>
          <p:cNvSpPr/>
          <p:nvPr/>
        </p:nvSpPr>
        <p:spPr>
          <a:xfrm>
            <a:off x="310680" y="89100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7e40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73" name=""/>
          <p:cNvSpPr/>
          <p:nvPr/>
        </p:nvSpPr>
        <p:spPr>
          <a:xfrm>
            <a:off x="310680" y="89064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d408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74" name=""/>
          <p:cNvSpPr/>
          <p:nvPr/>
        </p:nvSpPr>
        <p:spPr>
          <a:xfrm>
            <a:off x="310680" y="89064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7c408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75" name=""/>
          <p:cNvSpPr/>
          <p:nvPr/>
        </p:nvSpPr>
        <p:spPr>
          <a:xfrm>
            <a:off x="310680" y="89028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b408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76" name=""/>
          <p:cNvSpPr/>
          <p:nvPr/>
        </p:nvSpPr>
        <p:spPr>
          <a:xfrm>
            <a:off x="310680" y="89028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7a408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77" name=""/>
          <p:cNvSpPr/>
          <p:nvPr/>
        </p:nvSpPr>
        <p:spPr>
          <a:xfrm>
            <a:off x="310680" y="88992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9408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78" name=""/>
          <p:cNvSpPr/>
          <p:nvPr/>
        </p:nvSpPr>
        <p:spPr>
          <a:xfrm>
            <a:off x="310680" y="88992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7840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79" name=""/>
          <p:cNvSpPr/>
          <p:nvPr/>
        </p:nvSpPr>
        <p:spPr>
          <a:xfrm>
            <a:off x="310680" y="88956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840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80" name=""/>
          <p:cNvSpPr/>
          <p:nvPr/>
        </p:nvSpPr>
        <p:spPr>
          <a:xfrm>
            <a:off x="310680" y="88956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77408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81" name=""/>
          <p:cNvSpPr/>
          <p:nvPr/>
        </p:nvSpPr>
        <p:spPr>
          <a:xfrm>
            <a:off x="310680" y="88920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6408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82" name=""/>
          <p:cNvSpPr/>
          <p:nvPr/>
        </p:nvSpPr>
        <p:spPr>
          <a:xfrm>
            <a:off x="310680" y="88920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75408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83" name=""/>
          <p:cNvSpPr/>
          <p:nvPr/>
        </p:nvSpPr>
        <p:spPr>
          <a:xfrm>
            <a:off x="310680" y="88884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4408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84" name=""/>
          <p:cNvSpPr/>
          <p:nvPr/>
        </p:nvSpPr>
        <p:spPr>
          <a:xfrm>
            <a:off x="310680" y="88884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73408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85" name=""/>
          <p:cNvSpPr/>
          <p:nvPr/>
        </p:nvSpPr>
        <p:spPr>
          <a:xfrm>
            <a:off x="310680" y="88848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2408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86" name=""/>
          <p:cNvSpPr/>
          <p:nvPr/>
        </p:nvSpPr>
        <p:spPr>
          <a:xfrm>
            <a:off x="310680" y="88848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71408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87" name=""/>
          <p:cNvSpPr/>
          <p:nvPr/>
        </p:nvSpPr>
        <p:spPr>
          <a:xfrm>
            <a:off x="310680" y="88812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71408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88" name=""/>
          <p:cNvSpPr/>
          <p:nvPr/>
        </p:nvSpPr>
        <p:spPr>
          <a:xfrm>
            <a:off x="310680" y="88812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70408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89" name=""/>
          <p:cNvSpPr/>
          <p:nvPr/>
        </p:nvSpPr>
        <p:spPr>
          <a:xfrm>
            <a:off x="310680" y="88776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6f409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90" name=""/>
          <p:cNvSpPr/>
          <p:nvPr/>
        </p:nvSpPr>
        <p:spPr>
          <a:xfrm>
            <a:off x="310680" y="88776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6e409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91" name=""/>
          <p:cNvSpPr/>
          <p:nvPr/>
        </p:nvSpPr>
        <p:spPr>
          <a:xfrm>
            <a:off x="310680" y="88776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6d409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92" name=""/>
          <p:cNvSpPr/>
          <p:nvPr/>
        </p:nvSpPr>
        <p:spPr>
          <a:xfrm>
            <a:off x="310680" y="88740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6c409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93" name=""/>
          <p:cNvSpPr/>
          <p:nvPr/>
        </p:nvSpPr>
        <p:spPr>
          <a:xfrm>
            <a:off x="310680" y="88740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6b409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94" name=""/>
          <p:cNvSpPr/>
          <p:nvPr/>
        </p:nvSpPr>
        <p:spPr>
          <a:xfrm>
            <a:off x="310680" y="88704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6a409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95" name=""/>
          <p:cNvSpPr/>
          <p:nvPr/>
        </p:nvSpPr>
        <p:spPr>
          <a:xfrm>
            <a:off x="310680" y="88704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6a409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96" name=""/>
          <p:cNvSpPr/>
          <p:nvPr/>
        </p:nvSpPr>
        <p:spPr>
          <a:xfrm>
            <a:off x="310680" y="88668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69409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97" name=""/>
          <p:cNvSpPr/>
          <p:nvPr/>
        </p:nvSpPr>
        <p:spPr>
          <a:xfrm>
            <a:off x="310680" y="88668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68409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98" name=""/>
          <p:cNvSpPr/>
          <p:nvPr/>
        </p:nvSpPr>
        <p:spPr>
          <a:xfrm>
            <a:off x="310680" y="88632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67409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99" name=""/>
          <p:cNvSpPr/>
          <p:nvPr/>
        </p:nvSpPr>
        <p:spPr>
          <a:xfrm>
            <a:off x="310680" y="88632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66409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00" name=""/>
          <p:cNvSpPr/>
          <p:nvPr/>
        </p:nvSpPr>
        <p:spPr>
          <a:xfrm>
            <a:off x="310680" y="88596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65409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01" name=""/>
          <p:cNvSpPr/>
          <p:nvPr/>
        </p:nvSpPr>
        <p:spPr>
          <a:xfrm>
            <a:off x="310680" y="88596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64409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02" name=""/>
          <p:cNvSpPr/>
          <p:nvPr/>
        </p:nvSpPr>
        <p:spPr>
          <a:xfrm>
            <a:off x="310680" y="88560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63409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03" name=""/>
          <p:cNvSpPr/>
          <p:nvPr/>
        </p:nvSpPr>
        <p:spPr>
          <a:xfrm>
            <a:off x="310680" y="88560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63409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04" name=""/>
          <p:cNvSpPr/>
          <p:nvPr/>
        </p:nvSpPr>
        <p:spPr>
          <a:xfrm>
            <a:off x="310680" y="88524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62409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05" name=""/>
          <p:cNvSpPr/>
          <p:nvPr/>
        </p:nvSpPr>
        <p:spPr>
          <a:xfrm>
            <a:off x="310680" y="88524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61409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06" name=""/>
          <p:cNvSpPr/>
          <p:nvPr/>
        </p:nvSpPr>
        <p:spPr>
          <a:xfrm>
            <a:off x="310680" y="88488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60409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07" name=""/>
          <p:cNvSpPr/>
          <p:nvPr/>
        </p:nvSpPr>
        <p:spPr>
          <a:xfrm>
            <a:off x="310680" y="88488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5f40a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08" name=""/>
          <p:cNvSpPr/>
          <p:nvPr/>
        </p:nvSpPr>
        <p:spPr>
          <a:xfrm>
            <a:off x="310680" y="88452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e40a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09" name=""/>
          <p:cNvSpPr/>
          <p:nvPr/>
        </p:nvSpPr>
        <p:spPr>
          <a:xfrm>
            <a:off x="310680" y="88452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5d40a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0" name=""/>
          <p:cNvSpPr/>
          <p:nvPr/>
        </p:nvSpPr>
        <p:spPr>
          <a:xfrm>
            <a:off x="310680" y="88416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d40a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1" name=""/>
          <p:cNvSpPr/>
          <p:nvPr/>
        </p:nvSpPr>
        <p:spPr>
          <a:xfrm>
            <a:off x="310680" y="88416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5c40a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2" name=""/>
          <p:cNvSpPr/>
          <p:nvPr/>
        </p:nvSpPr>
        <p:spPr>
          <a:xfrm>
            <a:off x="310680" y="88380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b40a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3" name=""/>
          <p:cNvSpPr/>
          <p:nvPr/>
        </p:nvSpPr>
        <p:spPr>
          <a:xfrm>
            <a:off x="310680" y="88380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5a40a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4" name=""/>
          <p:cNvSpPr/>
          <p:nvPr/>
        </p:nvSpPr>
        <p:spPr>
          <a:xfrm>
            <a:off x="310680" y="88344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940a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5" name=""/>
          <p:cNvSpPr/>
          <p:nvPr/>
        </p:nvSpPr>
        <p:spPr>
          <a:xfrm>
            <a:off x="310680" y="88344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5840a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6" name=""/>
          <p:cNvSpPr/>
          <p:nvPr/>
        </p:nvSpPr>
        <p:spPr>
          <a:xfrm>
            <a:off x="310680" y="88344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5740a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7" name=""/>
          <p:cNvSpPr/>
          <p:nvPr/>
        </p:nvSpPr>
        <p:spPr>
          <a:xfrm>
            <a:off x="310680" y="88308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640a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8" name=""/>
          <p:cNvSpPr/>
          <p:nvPr/>
        </p:nvSpPr>
        <p:spPr>
          <a:xfrm>
            <a:off x="310680" y="88308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5640a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9" name=""/>
          <p:cNvSpPr/>
          <p:nvPr/>
        </p:nvSpPr>
        <p:spPr>
          <a:xfrm>
            <a:off x="310680" y="88272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540a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20" name=""/>
          <p:cNvSpPr/>
          <p:nvPr/>
        </p:nvSpPr>
        <p:spPr>
          <a:xfrm>
            <a:off x="310680" y="88272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5440a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21" name=""/>
          <p:cNvSpPr/>
          <p:nvPr/>
        </p:nvSpPr>
        <p:spPr>
          <a:xfrm>
            <a:off x="310680" y="88236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340a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22" name=""/>
          <p:cNvSpPr/>
          <p:nvPr/>
        </p:nvSpPr>
        <p:spPr>
          <a:xfrm>
            <a:off x="310680" y="88236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5240a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23" name=""/>
          <p:cNvSpPr/>
          <p:nvPr/>
        </p:nvSpPr>
        <p:spPr>
          <a:xfrm>
            <a:off x="310680" y="88200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5140a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24" name=""/>
          <p:cNvSpPr/>
          <p:nvPr/>
        </p:nvSpPr>
        <p:spPr>
          <a:xfrm>
            <a:off x="310680" y="88200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5040a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25" name=""/>
          <p:cNvSpPr/>
          <p:nvPr/>
        </p:nvSpPr>
        <p:spPr>
          <a:xfrm>
            <a:off x="310680" y="88164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f40b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26" name=""/>
          <p:cNvSpPr/>
          <p:nvPr/>
        </p:nvSpPr>
        <p:spPr>
          <a:xfrm>
            <a:off x="310680" y="88164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4f40b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27" name=""/>
          <p:cNvSpPr/>
          <p:nvPr/>
        </p:nvSpPr>
        <p:spPr>
          <a:xfrm>
            <a:off x="310680" y="88128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e40b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28" name=""/>
          <p:cNvSpPr/>
          <p:nvPr/>
        </p:nvSpPr>
        <p:spPr>
          <a:xfrm>
            <a:off x="310680" y="88128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4d40b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29" name=""/>
          <p:cNvSpPr/>
          <p:nvPr/>
        </p:nvSpPr>
        <p:spPr>
          <a:xfrm>
            <a:off x="310680" y="88092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c40b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30" name=""/>
          <p:cNvSpPr/>
          <p:nvPr/>
        </p:nvSpPr>
        <p:spPr>
          <a:xfrm>
            <a:off x="310680" y="88092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4b40b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31" name=""/>
          <p:cNvSpPr/>
          <p:nvPr/>
        </p:nvSpPr>
        <p:spPr>
          <a:xfrm>
            <a:off x="310680" y="88056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a40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32" name=""/>
          <p:cNvSpPr/>
          <p:nvPr/>
        </p:nvSpPr>
        <p:spPr>
          <a:xfrm>
            <a:off x="310680" y="88056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4940b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33" name=""/>
          <p:cNvSpPr/>
          <p:nvPr/>
        </p:nvSpPr>
        <p:spPr>
          <a:xfrm>
            <a:off x="310680" y="88020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840b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34" name=""/>
          <p:cNvSpPr/>
          <p:nvPr/>
        </p:nvSpPr>
        <p:spPr>
          <a:xfrm>
            <a:off x="310680" y="88020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4840b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35" name=""/>
          <p:cNvSpPr/>
          <p:nvPr/>
        </p:nvSpPr>
        <p:spPr>
          <a:xfrm>
            <a:off x="310680" y="87984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740b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36" name=""/>
          <p:cNvSpPr/>
          <p:nvPr/>
        </p:nvSpPr>
        <p:spPr>
          <a:xfrm>
            <a:off x="310680" y="87984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4640b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37" name=""/>
          <p:cNvSpPr/>
          <p:nvPr/>
        </p:nvSpPr>
        <p:spPr>
          <a:xfrm>
            <a:off x="310680" y="87948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540b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38" name=""/>
          <p:cNvSpPr/>
          <p:nvPr/>
        </p:nvSpPr>
        <p:spPr>
          <a:xfrm>
            <a:off x="310680" y="87948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4440b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39" name=""/>
          <p:cNvSpPr/>
          <p:nvPr/>
        </p:nvSpPr>
        <p:spPr>
          <a:xfrm>
            <a:off x="310680" y="87912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340b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40" name=""/>
          <p:cNvSpPr/>
          <p:nvPr/>
        </p:nvSpPr>
        <p:spPr>
          <a:xfrm>
            <a:off x="310680" y="87912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4240b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41" name=""/>
          <p:cNvSpPr/>
          <p:nvPr/>
        </p:nvSpPr>
        <p:spPr>
          <a:xfrm>
            <a:off x="310680" y="878760"/>
            <a:ext cx="31680" cy="360"/>
          </a:xfrm>
          <a:custGeom>
            <a:avLst/>
            <a:gdLst/>
            <a:ahLst/>
            <a:rect l="0" t="0" r="r" b="b"/>
            <a:pathLst>
              <a:path w="88" h="1">
                <a:moveTo>
                  <a:pt x="0" y="0"/>
                </a:moveTo>
                <a:lnTo>
                  <a:pt x="88" y="0"/>
                </a:lnTo>
                <a:lnTo>
                  <a:pt x="88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140b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42" name=""/>
          <p:cNvSpPr/>
          <p:nvPr/>
        </p:nvSpPr>
        <p:spPr>
          <a:xfrm>
            <a:off x="310680" y="87876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4140b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43" name=""/>
          <p:cNvSpPr/>
          <p:nvPr/>
        </p:nvSpPr>
        <p:spPr>
          <a:xfrm>
            <a:off x="310680" y="878760"/>
            <a:ext cx="31680" cy="0"/>
          </a:xfrm>
          <a:custGeom>
            <a:avLst/>
            <a:gdLst/>
            <a:ahLst/>
            <a:rect l="0" t="0" r="r" b="b"/>
            <a:pathLst>
              <a:path w="88" h="0">
                <a:moveTo>
                  <a:pt x="0" y="0"/>
                </a:moveTo>
                <a:lnTo>
                  <a:pt x="88" y="0"/>
                </a:lnTo>
                <a:lnTo>
                  <a:pt x="0" y="0"/>
                </a:lnTo>
                <a:close/>
              </a:path>
            </a:pathLst>
          </a:custGeom>
          <a:solidFill>
            <a:srgbClr val="4040b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44" name=""/>
          <p:cNvSpPr/>
          <p:nvPr/>
        </p:nvSpPr>
        <p:spPr>
          <a:xfrm>
            <a:off x="310680" y="932400"/>
            <a:ext cx="31680" cy="0"/>
          </a:xfrm>
          <a:prstGeom prst="line">
            <a:avLst/>
          </a:prstGeom>
          <a:ln w="5040">
            <a:solidFill>
              <a:srgbClr val="b2b2b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-2520" bIns="-25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5" name=""/>
          <p:cNvSpPr/>
          <p:nvPr/>
        </p:nvSpPr>
        <p:spPr>
          <a:xfrm>
            <a:off x="329760" y="81216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71"/>
                </a:moveTo>
                <a:lnTo>
                  <a:pt x="0" y="71"/>
                </a:lnTo>
                <a:lnTo>
                  <a:pt x="0" y="0"/>
                </a:lnTo>
              </a:path>
            </a:pathLst>
          </a:custGeom>
          <a:ln w="5040">
            <a:solidFill>
              <a:srgbClr val="000000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6" name=""/>
          <p:cNvSpPr txBox="1"/>
          <p:nvPr/>
        </p:nvSpPr>
        <p:spPr>
          <a:xfrm>
            <a:off x="462240" y="705960"/>
            <a:ext cx="3607920" cy="8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GB" sz="570" b="0" u="none" strike="noStrike">
                <a:solidFill>
                  <a:srgbClr val="b95e60"/>
                </a:solidFill>
                <a:effectLst/>
                <a:uFillTx/>
                <a:latin typeface="Arial"/>
                <a:ea typeface="Arial"/>
              </a:rPr>
              <a:t>In</a:t>
            </a:r>
            <a:r>
              <a:rPr lang="en-GB" sz="570" b="0" i="1" u="none" strike="noStrike">
                <a:solidFill>
                  <a:srgbClr val="b95e60"/>
                </a:solidFill>
                <a:effectLst/>
                <a:uFillTx/>
                <a:latin typeface="Arial"/>
                <a:ea typeface="Arial"/>
              </a:rPr>
              <a:t> Proceedings of the 2025 ACM Special Interest Group on Computer Graphics and Interactive Techniques</a:t>
            </a:r>
            <a:r>
              <a:rPr lang="en-GB" sz="570" b="0" u="none" strike="noStrike">
                <a:solidFill>
                  <a:srgbClr val="b95e60"/>
                </a:solidFill>
                <a:effectLst/>
                <a:uFillTx/>
                <a:latin typeface="Arial"/>
                <a:ea typeface="Arial"/>
              </a:rPr>
              <a:t>, 2025.</a:t>
            </a:r>
            <a:endParaRPr lang="en-GB" sz="5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7" name=""/>
          <p:cNvSpPr txBox="1"/>
          <p:nvPr/>
        </p:nvSpPr>
        <p:spPr>
          <a:xfrm>
            <a:off x="462240" y="867240"/>
            <a:ext cx="331200" cy="8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GB" sz="570" b="0" u="none" strike="noStrike">
                <a:solidFill>
                  <a:srgbClr val="94070a"/>
                </a:solidFill>
                <a:effectLst/>
                <a:uFillTx/>
                <a:latin typeface="Arial"/>
                <a:ea typeface="Arial"/>
              </a:rPr>
              <a:t>Hu TVCG.</a:t>
            </a:r>
            <a:endParaRPr lang="en-GB" sz="5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8" name=""/>
          <p:cNvSpPr txBox="1"/>
          <p:nvPr/>
        </p:nvSpPr>
        <p:spPr>
          <a:xfrm>
            <a:off x="462240" y="966600"/>
            <a:ext cx="3667680" cy="8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GB" sz="57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Hoimotion: Forecasting human motion during human-object interactions using egocentric 3d object bounding boxes.</a:t>
            </a:r>
            <a:endParaRPr lang="en-GB" sz="5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9" name=""/>
          <p:cNvSpPr/>
          <p:nvPr/>
        </p:nvSpPr>
        <p:spPr>
          <a:xfrm>
            <a:off x="0" y="3147840"/>
            <a:ext cx="5760000" cy="92160"/>
          </a:xfrm>
          <a:custGeom>
            <a:avLst/>
            <a:gdLst/>
            <a:ahLst/>
            <a:rect l="0" t="0" r="r" b="b"/>
            <a:pathLst>
              <a:path w="16000" h="256">
                <a:moveTo>
                  <a:pt x="0" y="0"/>
                </a:moveTo>
                <a:lnTo>
                  <a:pt x="16000" y="0"/>
                </a:lnTo>
                <a:lnTo>
                  <a:pt x="16000" y="256"/>
                </a:lnTo>
                <a:lnTo>
                  <a:pt x="0" y="256"/>
                </a:lnTo>
                <a:lnTo>
                  <a:pt x="0" y="0"/>
                </a:lnTo>
                <a:close/>
              </a:path>
            </a:pathLst>
          </a:custGeom>
          <a:solidFill>
            <a:srgbClr val="dfb5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0" name=""/>
          <p:cNvSpPr txBox="1"/>
          <p:nvPr/>
        </p:nvSpPr>
        <p:spPr>
          <a:xfrm>
            <a:off x="462240" y="1065600"/>
            <a:ext cx="2114640" cy="8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GB" sz="570" b="0" i="1" u="none" strike="noStrike">
                <a:solidFill>
                  <a:srgbClr val="b95e60"/>
                </a:solidFill>
                <a:effectLst/>
                <a:uFillTx/>
                <a:latin typeface="Arial"/>
                <a:ea typeface="Arial"/>
              </a:rPr>
              <a:t>IEEE Transactions on Visualization and Computer Graphics</a:t>
            </a:r>
            <a:r>
              <a:rPr lang="en-GB" sz="570" b="0" u="none" strike="noStrike">
                <a:solidFill>
                  <a:srgbClr val="b95e60"/>
                </a:solidFill>
                <a:effectLst/>
                <a:uFillTx/>
                <a:latin typeface="Arial"/>
                <a:ea typeface="Arial"/>
              </a:rPr>
              <a:t>, 2024.</a:t>
            </a:r>
            <a:endParaRPr lang="en-GB" sz="5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1" name=""/>
          <p:cNvSpPr txBox="1"/>
          <p:nvPr/>
        </p:nvSpPr>
        <p:spPr>
          <a:xfrm>
            <a:off x="5493960" y="3151800"/>
            <a:ext cx="100440" cy="8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GB" sz="57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8/8</a:t>
            </a:r>
            <a:endParaRPr lang="en-GB" sz="5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LibreOffice/25.8.6.2$Windows_X86_64 LibreOffice_project/b4b39682cd9868fa725bc664aff94278d315bd04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en-GB</dc:language>
  <cp:lastModifiedBy/>
  <cp:revision>0</cp:revision>
  <dc:subject/>
  <dc:title/>
</cp:coreProperties>
</file>